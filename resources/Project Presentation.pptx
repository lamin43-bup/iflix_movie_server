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0"/>
  </p:notesMasterIdLst>
  <p:sldIdLst>
    <p:sldId id="256" r:id="rId2"/>
    <p:sldId id="265" r:id="rId3"/>
    <p:sldId id="297" r:id="rId4"/>
    <p:sldId id="299" r:id="rId5"/>
    <p:sldId id="300" r:id="rId6"/>
    <p:sldId id="258" r:id="rId7"/>
    <p:sldId id="301" r:id="rId8"/>
    <p:sldId id="302" r:id="rId9"/>
  </p:sldIdLst>
  <p:sldSz cx="9144000" cy="5143500" type="screen16x9"/>
  <p:notesSz cx="6858000" cy="9144000"/>
  <p:embeddedFontLst>
    <p:embeddedFont>
      <p:font typeface="Aharoni" panose="020F0502020204030204" pitchFamily="2" charset="-79"/>
      <p:bold r:id="rId11"/>
    </p:embeddedFont>
    <p:embeddedFont>
      <p:font typeface="Anaheim" panose="020B0604020202020204" charset="0"/>
      <p:regular r:id="rId12"/>
      <p:bold r:id="rId13"/>
    </p:embeddedFont>
    <p:embeddedFont>
      <p:font typeface="DM Sans" pitchFamily="2" charset="0"/>
      <p:regular r:id="rId14"/>
      <p:bold r:id="rId15"/>
      <p:italic r:id="rId16"/>
      <p:boldItalic r:id="rId17"/>
    </p:embeddedFont>
    <p:embeddedFont>
      <p:font typeface="Heebo" pitchFamily="2" charset="-79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2C83707-E916-41BD-88A3-2BF92234AC99}">
  <a:tblStyle styleId="{62C83707-E916-41BD-88A3-2BF92234AC9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DD16555-4670-4072-A907-86C54B2B75B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96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>
          <a:extLst>
            <a:ext uri="{FF2B5EF4-FFF2-40B4-BE49-F238E27FC236}">
              <a16:creationId xmlns:a16="http://schemas.microsoft.com/office/drawing/2014/main" id="{B1B400DB-AA2C-323B-026F-89DB4566B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54dda1946d_4_2720:notes">
            <a:extLst>
              <a:ext uri="{FF2B5EF4-FFF2-40B4-BE49-F238E27FC236}">
                <a16:creationId xmlns:a16="http://schemas.microsoft.com/office/drawing/2014/main" id="{FF237DD5-A032-E66A-8361-1274BDBF20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54dda1946d_4_2720:notes">
            <a:extLst>
              <a:ext uri="{FF2B5EF4-FFF2-40B4-BE49-F238E27FC236}">
                <a16:creationId xmlns:a16="http://schemas.microsoft.com/office/drawing/2014/main" id="{CC34ACA5-87DA-E680-3861-56A19AE27D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1287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>
          <a:extLst>
            <a:ext uri="{FF2B5EF4-FFF2-40B4-BE49-F238E27FC236}">
              <a16:creationId xmlns:a16="http://schemas.microsoft.com/office/drawing/2014/main" id="{C78F2E9F-D794-A83D-4132-70E920EAA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54dda1946d_4_2720:notes">
            <a:extLst>
              <a:ext uri="{FF2B5EF4-FFF2-40B4-BE49-F238E27FC236}">
                <a16:creationId xmlns:a16="http://schemas.microsoft.com/office/drawing/2014/main" id="{649217F7-5794-E413-7980-47406E866F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54dda1946d_4_2720:notes">
            <a:extLst>
              <a:ext uri="{FF2B5EF4-FFF2-40B4-BE49-F238E27FC236}">
                <a16:creationId xmlns:a16="http://schemas.microsoft.com/office/drawing/2014/main" id="{69617A38-F8CD-99EF-AAE6-6270809FB6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3285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>
          <a:extLst>
            <a:ext uri="{FF2B5EF4-FFF2-40B4-BE49-F238E27FC236}">
              <a16:creationId xmlns:a16="http://schemas.microsoft.com/office/drawing/2014/main" id="{582FD981-873F-39DF-1462-2FB80919E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54dda1946d_6_344:notes">
            <a:extLst>
              <a:ext uri="{FF2B5EF4-FFF2-40B4-BE49-F238E27FC236}">
                <a16:creationId xmlns:a16="http://schemas.microsoft.com/office/drawing/2014/main" id="{A29775B0-1D37-CC5C-DBCF-2BA4ED35FA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54dda1946d_6_344:notes">
            <a:extLst>
              <a:ext uri="{FF2B5EF4-FFF2-40B4-BE49-F238E27FC236}">
                <a16:creationId xmlns:a16="http://schemas.microsoft.com/office/drawing/2014/main" id="{77B00A24-7734-E484-E1F4-6D45E8C87E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536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D6433188-9AE3-5B11-FACA-1D83AF079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d431007ba2_0_215:notes">
            <a:extLst>
              <a:ext uri="{FF2B5EF4-FFF2-40B4-BE49-F238E27FC236}">
                <a16:creationId xmlns:a16="http://schemas.microsoft.com/office/drawing/2014/main" id="{EAF113DE-A61B-E7EE-11CB-690B5CDDE4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d431007ba2_0_215:notes">
            <a:extLst>
              <a:ext uri="{FF2B5EF4-FFF2-40B4-BE49-F238E27FC236}">
                <a16:creationId xmlns:a16="http://schemas.microsoft.com/office/drawing/2014/main" id="{F18394F5-252B-3B8D-5A34-BDC1A6B665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0376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8F0A45F3-DD41-6C91-7A06-232DC57F0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d431007ba2_0_215:notes">
            <a:extLst>
              <a:ext uri="{FF2B5EF4-FFF2-40B4-BE49-F238E27FC236}">
                <a16:creationId xmlns:a16="http://schemas.microsoft.com/office/drawing/2014/main" id="{26620224-690D-66CD-6522-78197BA588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d431007ba2_0_215:notes">
            <a:extLst>
              <a:ext uri="{FF2B5EF4-FFF2-40B4-BE49-F238E27FC236}">
                <a16:creationId xmlns:a16="http://schemas.microsoft.com/office/drawing/2014/main" id="{3E58F499-F467-5742-378D-6F580ACACC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2534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-538768" y="-736350"/>
            <a:ext cx="3259529" cy="6987829"/>
            <a:chOff x="-538768" y="-736350"/>
            <a:chExt cx="3259529" cy="6987829"/>
          </a:xfrm>
        </p:grpSpPr>
        <p:pic>
          <p:nvPicPr>
            <p:cNvPr id="11" name="Google Shape;11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538768" y="4181546"/>
              <a:ext cx="2503982" cy="20699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192841" y="-736350"/>
              <a:ext cx="2913603" cy="15464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11150" y="768100"/>
            <a:ext cx="5065500" cy="22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911150" y="3453800"/>
            <a:ext cx="3032400" cy="7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5" name="Google Shape;45;p6"/>
          <p:cNvGrpSpPr/>
          <p:nvPr/>
        </p:nvGrpSpPr>
        <p:grpSpPr>
          <a:xfrm>
            <a:off x="-853250" y="-1383747"/>
            <a:ext cx="11058653" cy="6853040"/>
            <a:chOff x="-853250" y="-1383747"/>
            <a:chExt cx="11058653" cy="6853040"/>
          </a:xfrm>
        </p:grpSpPr>
        <p:pic>
          <p:nvPicPr>
            <p:cNvPr id="46" name="Google Shape;46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630392" flipH="1">
              <a:off x="7826576" y="3784275"/>
              <a:ext cx="1676948" cy="15450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" name="Google Shape;47;p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2444432">
              <a:off x="7329356" y="-817454"/>
              <a:ext cx="2503984" cy="20699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" name="Google Shape;48;p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-853250" y="350463"/>
              <a:ext cx="1573251" cy="15464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296275" y="1286500"/>
            <a:ext cx="4424400" cy="12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296275" y="2836275"/>
            <a:ext cx="4424400" cy="10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75" name="Google Shape;75;p11"/>
          <p:cNvGrpSpPr/>
          <p:nvPr/>
        </p:nvGrpSpPr>
        <p:grpSpPr>
          <a:xfrm>
            <a:off x="-1332458" y="-373612"/>
            <a:ext cx="3158162" cy="6086377"/>
            <a:chOff x="-1332458" y="-373612"/>
            <a:chExt cx="3158162" cy="6086377"/>
          </a:xfrm>
        </p:grpSpPr>
        <p:pic>
          <p:nvPicPr>
            <p:cNvPr id="76" name="Google Shape;76;p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3188606">
              <a:off x="-1005367" y="3055243"/>
              <a:ext cx="2503979" cy="20699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381300" y="-373612"/>
              <a:ext cx="1573251" cy="15464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1"/>
          </p:nvPr>
        </p:nvSpPr>
        <p:spPr>
          <a:xfrm>
            <a:off x="720100" y="2294226"/>
            <a:ext cx="2379000" cy="18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ubTitle" idx="2"/>
          </p:nvPr>
        </p:nvSpPr>
        <p:spPr>
          <a:xfrm>
            <a:off x="3382535" y="2294226"/>
            <a:ext cx="2379000" cy="18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subTitle" idx="3"/>
          </p:nvPr>
        </p:nvSpPr>
        <p:spPr>
          <a:xfrm>
            <a:off x="6045003" y="2294226"/>
            <a:ext cx="2379000" cy="18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4"/>
          </p:nvPr>
        </p:nvSpPr>
        <p:spPr>
          <a:xfrm>
            <a:off x="720100" y="1432300"/>
            <a:ext cx="2379000" cy="8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ubTitle" idx="5"/>
          </p:nvPr>
        </p:nvSpPr>
        <p:spPr>
          <a:xfrm>
            <a:off x="3382542" y="1432300"/>
            <a:ext cx="2379000" cy="8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ubTitle" idx="6"/>
          </p:nvPr>
        </p:nvSpPr>
        <p:spPr>
          <a:xfrm>
            <a:off x="6045009" y="1432300"/>
            <a:ext cx="2379000" cy="8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95" name="Google Shape;95;p14"/>
          <p:cNvGrpSpPr/>
          <p:nvPr/>
        </p:nvGrpSpPr>
        <p:grpSpPr>
          <a:xfrm>
            <a:off x="-1392501" y="-464787"/>
            <a:ext cx="10926377" cy="5968717"/>
            <a:chOff x="-1392501" y="-464787"/>
            <a:chExt cx="10926377" cy="5968717"/>
          </a:xfrm>
        </p:grpSpPr>
        <p:pic>
          <p:nvPicPr>
            <p:cNvPr id="96" name="Google Shape;96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4121178">
              <a:off x="-1225245" y="2926418"/>
              <a:ext cx="2503979" cy="20699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60625" y="-464787"/>
              <a:ext cx="1573251" cy="15464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subTitle" idx="1"/>
          </p:nvPr>
        </p:nvSpPr>
        <p:spPr>
          <a:xfrm>
            <a:off x="1317925" y="1477536"/>
            <a:ext cx="6784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subTitle" idx="2"/>
          </p:nvPr>
        </p:nvSpPr>
        <p:spPr>
          <a:xfrm>
            <a:off x="1317925" y="2374824"/>
            <a:ext cx="6784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subTitle" idx="3"/>
          </p:nvPr>
        </p:nvSpPr>
        <p:spPr>
          <a:xfrm>
            <a:off x="1325302" y="3268523"/>
            <a:ext cx="6784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subTitle" idx="4"/>
          </p:nvPr>
        </p:nvSpPr>
        <p:spPr>
          <a:xfrm>
            <a:off x="1325302" y="4162225"/>
            <a:ext cx="6784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title" idx="5" hasCustomPrompt="1"/>
          </p:nvPr>
        </p:nvSpPr>
        <p:spPr>
          <a:xfrm>
            <a:off x="713225" y="1082775"/>
            <a:ext cx="600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5"/>
          <p:cNvSpPr txBox="1">
            <a:spLocks noGrp="1"/>
          </p:cNvSpPr>
          <p:nvPr>
            <p:ph type="title" idx="6" hasCustomPrompt="1"/>
          </p:nvPr>
        </p:nvSpPr>
        <p:spPr>
          <a:xfrm>
            <a:off x="717926" y="2870155"/>
            <a:ext cx="600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5"/>
          <p:cNvSpPr txBox="1">
            <a:spLocks noGrp="1"/>
          </p:cNvSpPr>
          <p:nvPr>
            <p:ph type="title" idx="7" hasCustomPrompt="1"/>
          </p:nvPr>
        </p:nvSpPr>
        <p:spPr>
          <a:xfrm>
            <a:off x="713235" y="1976464"/>
            <a:ext cx="600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5"/>
          <p:cNvSpPr txBox="1">
            <a:spLocks noGrp="1"/>
          </p:cNvSpPr>
          <p:nvPr>
            <p:ph type="title" idx="8" hasCustomPrompt="1"/>
          </p:nvPr>
        </p:nvSpPr>
        <p:spPr>
          <a:xfrm>
            <a:off x="717932" y="3763850"/>
            <a:ext cx="600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5"/>
          <p:cNvSpPr txBox="1">
            <a:spLocks noGrp="1"/>
          </p:cNvSpPr>
          <p:nvPr>
            <p:ph type="subTitle" idx="9"/>
          </p:nvPr>
        </p:nvSpPr>
        <p:spPr>
          <a:xfrm>
            <a:off x="1317925" y="1109725"/>
            <a:ext cx="6784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6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ubTitle" idx="13"/>
          </p:nvPr>
        </p:nvSpPr>
        <p:spPr>
          <a:xfrm>
            <a:off x="1317925" y="2003424"/>
            <a:ext cx="6784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6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subTitle" idx="14"/>
          </p:nvPr>
        </p:nvSpPr>
        <p:spPr>
          <a:xfrm>
            <a:off x="1325302" y="2897123"/>
            <a:ext cx="6784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6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5"/>
          </p:nvPr>
        </p:nvSpPr>
        <p:spPr>
          <a:xfrm>
            <a:off x="1325302" y="3790822"/>
            <a:ext cx="6784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6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13" name="Google Shape;113;p15"/>
          <p:cNvGrpSpPr/>
          <p:nvPr/>
        </p:nvGrpSpPr>
        <p:grpSpPr>
          <a:xfrm>
            <a:off x="-1392501" y="-464787"/>
            <a:ext cx="10926377" cy="5968717"/>
            <a:chOff x="-1392501" y="-464787"/>
            <a:chExt cx="10926377" cy="5968717"/>
          </a:xfrm>
        </p:grpSpPr>
        <p:pic>
          <p:nvPicPr>
            <p:cNvPr id="114" name="Google Shape;114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4121178">
              <a:off x="-1225245" y="2926418"/>
              <a:ext cx="2503979" cy="20699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60625" y="-464787"/>
              <a:ext cx="1573251" cy="15464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" name="Google Shape;154;p20"/>
          <p:cNvGrpSpPr/>
          <p:nvPr/>
        </p:nvGrpSpPr>
        <p:grpSpPr>
          <a:xfrm rot="10800000" flipH="1">
            <a:off x="-217275" y="-410725"/>
            <a:ext cx="9761876" cy="5842824"/>
            <a:chOff x="-217275" y="-410725"/>
            <a:chExt cx="9761876" cy="5842824"/>
          </a:xfrm>
        </p:grpSpPr>
        <p:pic>
          <p:nvPicPr>
            <p:cNvPr id="155" name="Google Shape;155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971350" y="-410725"/>
              <a:ext cx="1573251" cy="15464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217275" y="4183475"/>
              <a:ext cx="1270299" cy="12486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21"/>
          <p:cNvGrpSpPr/>
          <p:nvPr/>
        </p:nvGrpSpPr>
        <p:grpSpPr>
          <a:xfrm flipH="1">
            <a:off x="7456942" y="-373612"/>
            <a:ext cx="3158162" cy="6086377"/>
            <a:chOff x="-1332458" y="-373612"/>
            <a:chExt cx="3158162" cy="6086377"/>
          </a:xfrm>
        </p:grpSpPr>
        <p:pic>
          <p:nvPicPr>
            <p:cNvPr id="160" name="Google Shape;160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3188606">
              <a:off x="-1005367" y="3055243"/>
              <a:ext cx="2503979" cy="20699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381300" y="-373612"/>
              <a:ext cx="1573251" cy="15464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ebo"/>
              <a:buNone/>
              <a:defRPr sz="28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ebo"/>
              <a:buNone/>
              <a:defRPr sz="30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ebo"/>
              <a:buNone/>
              <a:defRPr sz="30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ebo"/>
              <a:buNone/>
              <a:defRPr sz="30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ebo"/>
              <a:buNone/>
              <a:defRPr sz="30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ebo"/>
              <a:buNone/>
              <a:defRPr sz="30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ebo"/>
              <a:buNone/>
              <a:defRPr sz="30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ebo"/>
              <a:buNone/>
              <a:defRPr sz="30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ebo"/>
              <a:buNone/>
              <a:defRPr sz="30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7" r:id="rId3"/>
    <p:sldLayoutId id="2147483658" r:id="rId4"/>
    <p:sldLayoutId id="2147483660" r:id="rId5"/>
    <p:sldLayoutId id="2147483661" r:id="rId6"/>
    <p:sldLayoutId id="2147483666" r:id="rId7"/>
    <p:sldLayoutId id="2147483667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>
            <a:spLocks noGrp="1"/>
          </p:cNvSpPr>
          <p:nvPr>
            <p:ph type="ctrTitle"/>
          </p:nvPr>
        </p:nvSpPr>
        <p:spPr>
          <a:xfrm>
            <a:off x="911149" y="768100"/>
            <a:ext cx="6376549" cy="22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dirty="0"/>
              <a:t>iFlix</a:t>
            </a:r>
            <a:br>
              <a:rPr lang="en" sz="4500" dirty="0"/>
            </a:br>
            <a:r>
              <a:rPr lang="en" sz="2400" b="0" dirty="0"/>
              <a:t>A Responsive Movie Streaming Platform</a:t>
            </a:r>
            <a:endParaRPr sz="2400" b="0" dirty="0"/>
          </a:p>
        </p:txBody>
      </p:sp>
      <p:sp>
        <p:nvSpPr>
          <p:cNvPr id="173" name="Google Shape;173;p25"/>
          <p:cNvSpPr txBox="1">
            <a:spLocks noGrp="1"/>
          </p:cNvSpPr>
          <p:nvPr>
            <p:ph type="subTitle" idx="1"/>
          </p:nvPr>
        </p:nvSpPr>
        <p:spPr>
          <a:xfrm>
            <a:off x="911150" y="3453800"/>
            <a:ext cx="3032400" cy="7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174" name="Google Shape;174;p25"/>
          <p:cNvCxnSpPr>
            <a:cxnSpLocks/>
          </p:cNvCxnSpPr>
          <p:nvPr/>
        </p:nvCxnSpPr>
        <p:spPr>
          <a:xfrm>
            <a:off x="984310" y="3239200"/>
            <a:ext cx="5471492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75" name="Google Shape;175;p25"/>
          <p:cNvGrpSpPr/>
          <p:nvPr/>
        </p:nvGrpSpPr>
        <p:grpSpPr>
          <a:xfrm>
            <a:off x="5752990" y="-762924"/>
            <a:ext cx="3904916" cy="6836500"/>
            <a:chOff x="5752990" y="-762924"/>
            <a:chExt cx="3904916" cy="6836500"/>
          </a:xfrm>
        </p:grpSpPr>
        <p:pic>
          <p:nvPicPr>
            <p:cNvPr id="176" name="Google Shape;176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752990" y="-762924"/>
              <a:ext cx="3904916" cy="22003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31050" y="766050"/>
              <a:ext cx="2356402" cy="2943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2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005682" y="3873251"/>
              <a:ext cx="2552083" cy="2200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2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937850" y="2817638"/>
              <a:ext cx="1573251" cy="15464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>
            <a:spLocks noGrp="1"/>
          </p:cNvSpPr>
          <p:nvPr>
            <p:ph type="title"/>
          </p:nvPr>
        </p:nvSpPr>
        <p:spPr>
          <a:xfrm>
            <a:off x="1296275" y="776137"/>
            <a:ext cx="4735931" cy="12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What’s That?</a:t>
            </a:r>
            <a:endParaRPr dirty="0"/>
          </a:p>
        </p:txBody>
      </p:sp>
      <p:sp>
        <p:nvSpPr>
          <p:cNvPr id="277" name="Google Shape;277;p34"/>
          <p:cNvSpPr txBox="1">
            <a:spLocks noGrp="1"/>
          </p:cNvSpPr>
          <p:nvPr>
            <p:ph type="subTitle" idx="1"/>
          </p:nvPr>
        </p:nvSpPr>
        <p:spPr>
          <a:xfrm>
            <a:off x="1322675" y="2262117"/>
            <a:ext cx="4787502" cy="10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n-US" dirty="0" err="1"/>
              <a:t>iFlix</a:t>
            </a:r>
            <a:r>
              <a:rPr lang="en-US" dirty="0"/>
              <a:t> is a full-stack web application that mimics a real-world movie streaming service. It supports user accounts, profile customization, movie browsing, subscriptions, admin content management, and secure session-based authentication.</a:t>
            </a:r>
            <a:endParaRPr dirty="0"/>
          </a:p>
        </p:txBody>
      </p:sp>
      <p:cxnSp>
        <p:nvCxnSpPr>
          <p:cNvPr id="278" name="Google Shape;278;p34"/>
          <p:cNvCxnSpPr>
            <a:cxnSpLocks/>
          </p:cNvCxnSpPr>
          <p:nvPr/>
        </p:nvCxnSpPr>
        <p:spPr>
          <a:xfrm>
            <a:off x="1322675" y="2005114"/>
            <a:ext cx="4503967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9" name="Google Shape;279;p34"/>
          <p:cNvGrpSpPr/>
          <p:nvPr/>
        </p:nvGrpSpPr>
        <p:grpSpPr>
          <a:xfrm>
            <a:off x="6526031" y="173900"/>
            <a:ext cx="3295864" cy="5060976"/>
            <a:chOff x="6526031" y="173900"/>
            <a:chExt cx="3295864" cy="5060976"/>
          </a:xfrm>
        </p:grpSpPr>
        <p:pic>
          <p:nvPicPr>
            <p:cNvPr id="280" name="Google Shape;280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900003">
              <a:off x="7092708" y="727332"/>
              <a:ext cx="2503979" cy="20699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" name="Google Shape;28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1385">
              <a:off x="6737901" y="1623974"/>
              <a:ext cx="1880200" cy="28502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2" name="Google Shape;282;p3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6801034" y="3688450"/>
              <a:ext cx="2913603" cy="15464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3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89925" y="173900"/>
              <a:ext cx="1499749" cy="13202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>
          <a:extLst>
            <a:ext uri="{FF2B5EF4-FFF2-40B4-BE49-F238E27FC236}">
              <a16:creationId xmlns:a16="http://schemas.microsoft.com/office/drawing/2014/main" id="{3AE6AE59-78E6-4CB7-19A3-72778A66E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EE79421-6CFD-C86E-F933-86E0E43E8B9C}"/>
              </a:ext>
            </a:extLst>
          </p:cNvPr>
          <p:cNvSpPr/>
          <p:nvPr/>
        </p:nvSpPr>
        <p:spPr>
          <a:xfrm>
            <a:off x="7158881" y="1770669"/>
            <a:ext cx="1693359" cy="1573884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5E7B242-243A-FEA5-CB52-8F66EC9E6014}"/>
              </a:ext>
            </a:extLst>
          </p:cNvPr>
          <p:cNvSpPr/>
          <p:nvPr/>
        </p:nvSpPr>
        <p:spPr>
          <a:xfrm>
            <a:off x="5378587" y="1799193"/>
            <a:ext cx="1693359" cy="157388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54E6A41-45BA-AE52-AA73-08FC9E09F6D9}"/>
              </a:ext>
            </a:extLst>
          </p:cNvPr>
          <p:cNvSpPr/>
          <p:nvPr/>
        </p:nvSpPr>
        <p:spPr>
          <a:xfrm>
            <a:off x="3610146" y="1810843"/>
            <a:ext cx="1693359" cy="156383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4DB877D-7109-020D-07AC-36AED449728A}"/>
              </a:ext>
            </a:extLst>
          </p:cNvPr>
          <p:cNvSpPr/>
          <p:nvPr/>
        </p:nvSpPr>
        <p:spPr>
          <a:xfrm>
            <a:off x="1865144" y="1799193"/>
            <a:ext cx="1693359" cy="156383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8DF972E-9135-206C-F666-7ABF147794DE}"/>
              </a:ext>
            </a:extLst>
          </p:cNvPr>
          <p:cNvSpPr/>
          <p:nvPr/>
        </p:nvSpPr>
        <p:spPr>
          <a:xfrm>
            <a:off x="103408" y="1777873"/>
            <a:ext cx="1693359" cy="158775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Google Shape;572;p37">
            <a:extLst>
              <a:ext uri="{FF2B5EF4-FFF2-40B4-BE49-F238E27FC236}">
                <a16:creationId xmlns:a16="http://schemas.microsoft.com/office/drawing/2014/main" id="{697126E2-416B-278C-20CC-613EA02FD1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User’s Feature</a:t>
            </a:r>
            <a:endParaRPr dirty="0"/>
          </a:p>
        </p:txBody>
      </p:sp>
      <p:sp>
        <p:nvSpPr>
          <p:cNvPr id="573" name="Google Shape;573;p37">
            <a:extLst>
              <a:ext uri="{FF2B5EF4-FFF2-40B4-BE49-F238E27FC236}">
                <a16:creationId xmlns:a16="http://schemas.microsoft.com/office/drawing/2014/main" id="{92434885-DFA0-7490-71A3-3F4CC8936FDC}"/>
              </a:ext>
            </a:extLst>
          </p:cNvPr>
          <p:cNvSpPr txBox="1"/>
          <p:nvPr/>
        </p:nvSpPr>
        <p:spPr>
          <a:xfrm flipH="1">
            <a:off x="33789" y="2036871"/>
            <a:ext cx="1812300" cy="1633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Signup/</a:t>
            </a:r>
          </a:p>
          <a:p>
            <a:pPr lvl="0" algn="ctr">
              <a:lnSpc>
                <a:spcPct val="115000"/>
              </a:lnSpc>
            </a:pPr>
            <a:r>
              <a:rPr lang="en-US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Login &amp; Session Handling</a:t>
            </a:r>
            <a:endParaRPr lang="en-US" sz="1600" b="1" dirty="0">
              <a:solidFill>
                <a:schemeClr val="tx1"/>
              </a:solidFill>
              <a:latin typeface="Aharoni" panose="02010803020104030203" pitchFamily="2" charset="-79"/>
              <a:ea typeface="Heebo"/>
              <a:cs typeface="Aharoni" panose="02010803020104030203" pitchFamily="2" charset="-79"/>
              <a:sym typeface="Heebo"/>
            </a:endParaRPr>
          </a:p>
        </p:txBody>
      </p:sp>
      <p:sp>
        <p:nvSpPr>
          <p:cNvPr id="574" name="Google Shape;574;p37">
            <a:extLst>
              <a:ext uri="{FF2B5EF4-FFF2-40B4-BE49-F238E27FC236}">
                <a16:creationId xmlns:a16="http://schemas.microsoft.com/office/drawing/2014/main" id="{91FF944C-D178-43A4-EF7B-1B036F17BE2E}"/>
              </a:ext>
            </a:extLst>
          </p:cNvPr>
          <p:cNvSpPr txBox="1"/>
          <p:nvPr/>
        </p:nvSpPr>
        <p:spPr>
          <a:xfrm flipH="1">
            <a:off x="1843965" y="2273934"/>
            <a:ext cx="1812300" cy="8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User Profile </a:t>
            </a:r>
            <a:endParaRPr lang="en-US" sz="1600" b="1" dirty="0">
              <a:solidFill>
                <a:schemeClr val="tx1"/>
              </a:solidFill>
              <a:latin typeface="Aharoni" panose="02010803020104030203" pitchFamily="2" charset="-79"/>
              <a:ea typeface="Heebo"/>
              <a:cs typeface="Aharoni" panose="02010803020104030203" pitchFamily="2" charset="-79"/>
              <a:sym typeface="Heebo"/>
            </a:endParaRPr>
          </a:p>
        </p:txBody>
      </p:sp>
      <p:sp>
        <p:nvSpPr>
          <p:cNvPr id="575" name="Google Shape;575;p37">
            <a:extLst>
              <a:ext uri="{FF2B5EF4-FFF2-40B4-BE49-F238E27FC236}">
                <a16:creationId xmlns:a16="http://schemas.microsoft.com/office/drawing/2014/main" id="{8B2AA3C1-293D-C7A4-0AAF-04CEB15DE867}"/>
              </a:ext>
            </a:extLst>
          </p:cNvPr>
          <p:cNvSpPr txBox="1"/>
          <p:nvPr/>
        </p:nvSpPr>
        <p:spPr>
          <a:xfrm flipH="1">
            <a:off x="3529002" y="2037983"/>
            <a:ext cx="1812300" cy="8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Movie Filtering </a:t>
            </a:r>
          </a:p>
          <a:p>
            <a:pPr lvl="0" algn="ctr">
              <a:lnSpc>
                <a:spcPct val="115000"/>
              </a:lnSpc>
            </a:pPr>
            <a:r>
              <a:rPr lang="en-US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&amp; </a:t>
            </a:r>
          </a:p>
          <a:p>
            <a:pPr lvl="0" algn="ctr">
              <a:lnSpc>
                <a:spcPct val="115000"/>
              </a:lnSpc>
            </a:pPr>
            <a:r>
              <a:rPr lang="en-US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Search</a:t>
            </a:r>
            <a:endParaRPr lang="en-US" sz="1600" b="1" dirty="0">
              <a:solidFill>
                <a:schemeClr val="tx1"/>
              </a:solidFill>
              <a:latin typeface="Aharoni" panose="02010803020104030203" pitchFamily="2" charset="-79"/>
              <a:ea typeface="Heebo"/>
              <a:cs typeface="Aharoni" panose="02010803020104030203" pitchFamily="2" charset="-79"/>
              <a:sym typeface="Heebo"/>
            </a:endParaRPr>
          </a:p>
        </p:txBody>
      </p:sp>
      <p:sp>
        <p:nvSpPr>
          <p:cNvPr id="576" name="Google Shape;576;p37">
            <a:extLst>
              <a:ext uri="{FF2B5EF4-FFF2-40B4-BE49-F238E27FC236}">
                <a16:creationId xmlns:a16="http://schemas.microsoft.com/office/drawing/2014/main" id="{11DD0BBB-54C4-9CA0-C96C-7F24D6E5422C}"/>
              </a:ext>
            </a:extLst>
          </p:cNvPr>
          <p:cNvSpPr txBox="1"/>
          <p:nvPr/>
        </p:nvSpPr>
        <p:spPr>
          <a:xfrm flipH="1">
            <a:off x="5319116" y="2022942"/>
            <a:ext cx="1812300" cy="8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Watch Later </a:t>
            </a:r>
          </a:p>
          <a:p>
            <a:pPr lvl="0" algn="ctr">
              <a:lnSpc>
                <a:spcPct val="115000"/>
              </a:lnSpc>
            </a:pPr>
            <a:r>
              <a:rPr lang="en-US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&amp; </a:t>
            </a:r>
          </a:p>
          <a:p>
            <a:pPr lvl="0" algn="ctr">
              <a:lnSpc>
                <a:spcPct val="115000"/>
              </a:lnSpc>
            </a:pPr>
            <a:r>
              <a:rPr lang="en-US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Review System</a:t>
            </a:r>
            <a:endParaRPr lang="en-US" sz="1600" b="1" dirty="0">
              <a:solidFill>
                <a:schemeClr val="tx1"/>
              </a:solidFill>
              <a:latin typeface="Aharoni" panose="02010803020104030203" pitchFamily="2" charset="-79"/>
              <a:ea typeface="Heebo"/>
              <a:cs typeface="Aharoni" panose="02010803020104030203" pitchFamily="2" charset="-79"/>
              <a:sym typeface="Heebo"/>
            </a:endParaRPr>
          </a:p>
        </p:txBody>
      </p:sp>
      <p:cxnSp>
        <p:nvCxnSpPr>
          <p:cNvPr id="577" name="Google Shape;577;p37">
            <a:extLst>
              <a:ext uri="{FF2B5EF4-FFF2-40B4-BE49-F238E27FC236}">
                <a16:creationId xmlns:a16="http://schemas.microsoft.com/office/drawing/2014/main" id="{26ADDE77-8538-8FAE-F9FE-D2CCFB41E244}"/>
              </a:ext>
            </a:extLst>
          </p:cNvPr>
          <p:cNvCxnSpPr>
            <a:stCxn id="578" idx="6"/>
            <a:endCxn id="579" idx="2"/>
          </p:cNvCxnSpPr>
          <p:nvPr/>
        </p:nvCxnSpPr>
        <p:spPr>
          <a:xfrm>
            <a:off x="1012765" y="1384874"/>
            <a:ext cx="1479805" cy="259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0" name="Google Shape;580;p37">
            <a:extLst>
              <a:ext uri="{FF2B5EF4-FFF2-40B4-BE49-F238E27FC236}">
                <a16:creationId xmlns:a16="http://schemas.microsoft.com/office/drawing/2014/main" id="{5FE654DE-623B-3876-4EC1-301E7E8D8FE6}"/>
              </a:ext>
            </a:extLst>
          </p:cNvPr>
          <p:cNvCxnSpPr>
            <a:stCxn id="579" idx="6"/>
            <a:endCxn id="581" idx="2"/>
          </p:cNvCxnSpPr>
          <p:nvPr/>
        </p:nvCxnSpPr>
        <p:spPr>
          <a:xfrm flipV="1">
            <a:off x="2668970" y="1375933"/>
            <a:ext cx="1693359" cy="1153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2" name="Google Shape;582;p37">
            <a:extLst>
              <a:ext uri="{FF2B5EF4-FFF2-40B4-BE49-F238E27FC236}">
                <a16:creationId xmlns:a16="http://schemas.microsoft.com/office/drawing/2014/main" id="{3F79EBFD-5361-18D4-9C76-21BB69959592}"/>
              </a:ext>
            </a:extLst>
          </p:cNvPr>
          <p:cNvCxnSpPr>
            <a:stCxn id="581" idx="6"/>
            <a:endCxn id="583" idx="2"/>
          </p:cNvCxnSpPr>
          <p:nvPr/>
        </p:nvCxnSpPr>
        <p:spPr>
          <a:xfrm>
            <a:off x="4538729" y="1375933"/>
            <a:ext cx="1567068" cy="14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4" name="Google Shape;584;p37">
            <a:extLst>
              <a:ext uri="{FF2B5EF4-FFF2-40B4-BE49-F238E27FC236}">
                <a16:creationId xmlns:a16="http://schemas.microsoft.com/office/drawing/2014/main" id="{35254CB0-EA63-A5EB-E92C-DEC512B0B91C}"/>
              </a:ext>
            </a:extLst>
          </p:cNvPr>
          <p:cNvCxnSpPr>
            <a:cxnSpLocks/>
            <a:stCxn id="578" idx="4"/>
          </p:cNvCxnSpPr>
          <p:nvPr/>
        </p:nvCxnSpPr>
        <p:spPr>
          <a:xfrm>
            <a:off x="924565" y="1473074"/>
            <a:ext cx="0" cy="30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85" name="Google Shape;585;p37">
            <a:extLst>
              <a:ext uri="{FF2B5EF4-FFF2-40B4-BE49-F238E27FC236}">
                <a16:creationId xmlns:a16="http://schemas.microsoft.com/office/drawing/2014/main" id="{F46DCEEF-E51D-2C38-5BFC-59F81E3F423A}"/>
              </a:ext>
            </a:extLst>
          </p:cNvPr>
          <p:cNvCxnSpPr>
            <a:cxnSpLocks/>
            <a:stCxn id="579" idx="4"/>
          </p:cNvCxnSpPr>
          <p:nvPr/>
        </p:nvCxnSpPr>
        <p:spPr>
          <a:xfrm>
            <a:off x="2580770" y="1475668"/>
            <a:ext cx="0" cy="30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86" name="Google Shape;586;p37">
            <a:extLst>
              <a:ext uri="{FF2B5EF4-FFF2-40B4-BE49-F238E27FC236}">
                <a16:creationId xmlns:a16="http://schemas.microsoft.com/office/drawing/2014/main" id="{D675AD5C-9C48-E16E-37AA-0483542D00CE}"/>
              </a:ext>
            </a:extLst>
          </p:cNvPr>
          <p:cNvCxnSpPr>
            <a:cxnSpLocks/>
            <a:stCxn id="581" idx="4"/>
          </p:cNvCxnSpPr>
          <p:nvPr/>
        </p:nvCxnSpPr>
        <p:spPr>
          <a:xfrm>
            <a:off x="4450529" y="1464133"/>
            <a:ext cx="0" cy="30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87" name="Google Shape;587;p37">
            <a:extLst>
              <a:ext uri="{FF2B5EF4-FFF2-40B4-BE49-F238E27FC236}">
                <a16:creationId xmlns:a16="http://schemas.microsoft.com/office/drawing/2014/main" id="{9F6BB749-653C-CD51-DAA7-C858D5CBD8B8}"/>
              </a:ext>
            </a:extLst>
          </p:cNvPr>
          <p:cNvCxnSpPr>
            <a:cxnSpLocks/>
            <a:stCxn id="583" idx="4"/>
          </p:cNvCxnSpPr>
          <p:nvPr/>
        </p:nvCxnSpPr>
        <p:spPr>
          <a:xfrm>
            <a:off x="6193997" y="1465622"/>
            <a:ext cx="0" cy="30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588" name="Google Shape;588;p37">
            <a:extLst>
              <a:ext uri="{FF2B5EF4-FFF2-40B4-BE49-F238E27FC236}">
                <a16:creationId xmlns:a16="http://schemas.microsoft.com/office/drawing/2014/main" id="{C59EED4C-766D-07C6-0A62-59CC00862FDF}"/>
              </a:ext>
            </a:extLst>
          </p:cNvPr>
          <p:cNvSpPr txBox="1"/>
          <p:nvPr/>
        </p:nvSpPr>
        <p:spPr>
          <a:xfrm flipH="1">
            <a:off x="7110204" y="2112903"/>
            <a:ext cx="1812300" cy="735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EFCF6"/>
                </a:solidFill>
                <a:effectLst/>
                <a:uLnTx/>
                <a:uFillTx/>
                <a:latin typeface="Aharoni" panose="02010803020104030203" pitchFamily="2" charset="-79"/>
                <a:cs typeface="Aharoni" panose="02010803020104030203" pitchFamily="2" charset="-79"/>
                <a:sym typeface="Arial"/>
              </a:rPr>
              <a:t>Subscription Management</a:t>
            </a:r>
            <a:endParaRPr sz="1600" b="1" dirty="0">
              <a:solidFill>
                <a:schemeClr val="tx1"/>
              </a:solidFill>
              <a:latin typeface="Aharoni" panose="02010803020104030203" pitchFamily="2" charset="-79"/>
              <a:ea typeface="Heebo"/>
              <a:cs typeface="Aharoni" panose="02010803020104030203" pitchFamily="2" charset="-79"/>
              <a:sym typeface="Heebo"/>
            </a:endParaRPr>
          </a:p>
        </p:txBody>
      </p:sp>
      <p:sp>
        <p:nvSpPr>
          <p:cNvPr id="589" name="Google Shape;589;p37">
            <a:extLst>
              <a:ext uri="{FF2B5EF4-FFF2-40B4-BE49-F238E27FC236}">
                <a16:creationId xmlns:a16="http://schemas.microsoft.com/office/drawing/2014/main" id="{70801059-DD12-4736-DCC8-AD33E711A24E}"/>
              </a:ext>
            </a:extLst>
          </p:cNvPr>
          <p:cNvSpPr txBox="1"/>
          <p:nvPr/>
        </p:nvSpPr>
        <p:spPr>
          <a:xfrm flipH="1">
            <a:off x="2677025" y="3585262"/>
            <a:ext cx="1812300" cy="8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590" name="Google Shape;590;p37">
            <a:extLst>
              <a:ext uri="{FF2B5EF4-FFF2-40B4-BE49-F238E27FC236}">
                <a16:creationId xmlns:a16="http://schemas.microsoft.com/office/drawing/2014/main" id="{3A9A22B0-7D02-6125-B344-E4A6992DE6AA}"/>
              </a:ext>
            </a:extLst>
          </p:cNvPr>
          <p:cNvSpPr txBox="1"/>
          <p:nvPr/>
        </p:nvSpPr>
        <p:spPr>
          <a:xfrm flipH="1">
            <a:off x="4640925" y="3585262"/>
            <a:ext cx="1812300" cy="8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591" name="Google Shape;591;p37">
            <a:extLst>
              <a:ext uri="{FF2B5EF4-FFF2-40B4-BE49-F238E27FC236}">
                <a16:creationId xmlns:a16="http://schemas.microsoft.com/office/drawing/2014/main" id="{551AFE7A-E9D0-A89F-4D53-92BF26ED0DD4}"/>
              </a:ext>
            </a:extLst>
          </p:cNvPr>
          <p:cNvSpPr txBox="1"/>
          <p:nvPr/>
        </p:nvSpPr>
        <p:spPr>
          <a:xfrm flipH="1">
            <a:off x="6604825" y="3585262"/>
            <a:ext cx="1812300" cy="8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cxnSp>
        <p:nvCxnSpPr>
          <p:cNvPr id="592" name="Google Shape;592;p37">
            <a:extLst>
              <a:ext uri="{FF2B5EF4-FFF2-40B4-BE49-F238E27FC236}">
                <a16:creationId xmlns:a16="http://schemas.microsoft.com/office/drawing/2014/main" id="{5206E845-EAB7-49BC-5519-6D5171510407}"/>
              </a:ext>
            </a:extLst>
          </p:cNvPr>
          <p:cNvCxnSpPr>
            <a:cxnSpLocks/>
            <a:endCxn id="593" idx="2"/>
          </p:cNvCxnSpPr>
          <p:nvPr/>
        </p:nvCxnSpPr>
        <p:spPr>
          <a:xfrm flipV="1">
            <a:off x="6105797" y="1338499"/>
            <a:ext cx="1700141" cy="3185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1" name="Google Shape;601;p37">
            <a:extLst>
              <a:ext uri="{FF2B5EF4-FFF2-40B4-BE49-F238E27FC236}">
                <a16:creationId xmlns:a16="http://schemas.microsoft.com/office/drawing/2014/main" id="{E73F754E-FF15-2F24-B780-03DEEEA81A00}"/>
              </a:ext>
            </a:extLst>
          </p:cNvPr>
          <p:cNvCxnSpPr>
            <a:cxnSpLocks/>
          </p:cNvCxnSpPr>
          <p:nvPr/>
        </p:nvCxnSpPr>
        <p:spPr>
          <a:xfrm flipH="1">
            <a:off x="7894138" y="1408311"/>
            <a:ext cx="2799" cy="36062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578" name="Google Shape;578;p37">
            <a:extLst>
              <a:ext uri="{FF2B5EF4-FFF2-40B4-BE49-F238E27FC236}">
                <a16:creationId xmlns:a16="http://schemas.microsoft.com/office/drawing/2014/main" id="{939E8BAC-1331-0201-EA12-F08A4BE9A5EA}"/>
              </a:ext>
            </a:extLst>
          </p:cNvPr>
          <p:cNvSpPr/>
          <p:nvPr/>
        </p:nvSpPr>
        <p:spPr>
          <a:xfrm>
            <a:off x="836365" y="1296674"/>
            <a:ext cx="176400" cy="176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37">
            <a:extLst>
              <a:ext uri="{FF2B5EF4-FFF2-40B4-BE49-F238E27FC236}">
                <a16:creationId xmlns:a16="http://schemas.microsoft.com/office/drawing/2014/main" id="{02DA5D04-AA03-209E-FFF8-788824294200}"/>
              </a:ext>
            </a:extLst>
          </p:cNvPr>
          <p:cNvSpPr/>
          <p:nvPr/>
        </p:nvSpPr>
        <p:spPr>
          <a:xfrm>
            <a:off x="2492570" y="1299268"/>
            <a:ext cx="176400" cy="176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37">
            <a:extLst>
              <a:ext uri="{FF2B5EF4-FFF2-40B4-BE49-F238E27FC236}">
                <a16:creationId xmlns:a16="http://schemas.microsoft.com/office/drawing/2014/main" id="{77D47666-D21A-23F5-B6EC-29695BC65CA3}"/>
              </a:ext>
            </a:extLst>
          </p:cNvPr>
          <p:cNvSpPr/>
          <p:nvPr/>
        </p:nvSpPr>
        <p:spPr>
          <a:xfrm>
            <a:off x="4362329" y="1287733"/>
            <a:ext cx="176400" cy="176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37">
            <a:extLst>
              <a:ext uri="{FF2B5EF4-FFF2-40B4-BE49-F238E27FC236}">
                <a16:creationId xmlns:a16="http://schemas.microsoft.com/office/drawing/2014/main" id="{20718C64-646B-EB17-F6DE-884F5CDF5E20}"/>
              </a:ext>
            </a:extLst>
          </p:cNvPr>
          <p:cNvSpPr/>
          <p:nvPr/>
        </p:nvSpPr>
        <p:spPr>
          <a:xfrm>
            <a:off x="6105797" y="1289222"/>
            <a:ext cx="176400" cy="176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7">
            <a:extLst>
              <a:ext uri="{FF2B5EF4-FFF2-40B4-BE49-F238E27FC236}">
                <a16:creationId xmlns:a16="http://schemas.microsoft.com/office/drawing/2014/main" id="{6690AA7E-4F3B-E975-3594-DAC7C16FB4F9}"/>
              </a:ext>
            </a:extLst>
          </p:cNvPr>
          <p:cNvSpPr/>
          <p:nvPr/>
        </p:nvSpPr>
        <p:spPr>
          <a:xfrm>
            <a:off x="7805938" y="1250299"/>
            <a:ext cx="176400" cy="176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8147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>
          <a:extLst>
            <a:ext uri="{FF2B5EF4-FFF2-40B4-BE49-F238E27FC236}">
              <a16:creationId xmlns:a16="http://schemas.microsoft.com/office/drawing/2014/main" id="{E72A0D56-3EE0-C22C-F92B-40A3F7784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3957456-D582-AFB4-C827-C62EE91AE77D}"/>
              </a:ext>
            </a:extLst>
          </p:cNvPr>
          <p:cNvSpPr/>
          <p:nvPr/>
        </p:nvSpPr>
        <p:spPr>
          <a:xfrm>
            <a:off x="7158881" y="1770668"/>
            <a:ext cx="1693359" cy="144418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2CB076B-2546-640E-FD0A-591F7598127A}"/>
              </a:ext>
            </a:extLst>
          </p:cNvPr>
          <p:cNvSpPr/>
          <p:nvPr/>
        </p:nvSpPr>
        <p:spPr>
          <a:xfrm>
            <a:off x="5378587" y="1799194"/>
            <a:ext cx="1693359" cy="144418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0E970D-93AA-38C6-5040-48080911C51B}"/>
              </a:ext>
            </a:extLst>
          </p:cNvPr>
          <p:cNvSpPr/>
          <p:nvPr/>
        </p:nvSpPr>
        <p:spPr>
          <a:xfrm>
            <a:off x="3610146" y="1810842"/>
            <a:ext cx="1693359" cy="144864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04737D-03AC-CA87-0F10-4709BACBD76A}"/>
              </a:ext>
            </a:extLst>
          </p:cNvPr>
          <p:cNvSpPr/>
          <p:nvPr/>
        </p:nvSpPr>
        <p:spPr>
          <a:xfrm>
            <a:off x="1865144" y="1799194"/>
            <a:ext cx="1693359" cy="148156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2BEAA70-50D2-F09D-B5B0-0DE7CE778916}"/>
              </a:ext>
            </a:extLst>
          </p:cNvPr>
          <p:cNvSpPr/>
          <p:nvPr/>
        </p:nvSpPr>
        <p:spPr>
          <a:xfrm>
            <a:off x="103408" y="1786866"/>
            <a:ext cx="1693359" cy="1484157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Google Shape;572;p37">
            <a:extLst>
              <a:ext uri="{FF2B5EF4-FFF2-40B4-BE49-F238E27FC236}">
                <a16:creationId xmlns:a16="http://schemas.microsoft.com/office/drawing/2014/main" id="{47AFCE4D-2CF3-B186-9230-45159FBF5C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Admin’s Feature</a:t>
            </a:r>
            <a:endParaRPr dirty="0"/>
          </a:p>
        </p:txBody>
      </p:sp>
      <p:sp>
        <p:nvSpPr>
          <p:cNvPr id="573" name="Google Shape;573;p37">
            <a:extLst>
              <a:ext uri="{FF2B5EF4-FFF2-40B4-BE49-F238E27FC236}">
                <a16:creationId xmlns:a16="http://schemas.microsoft.com/office/drawing/2014/main" id="{85152E11-F75C-E1FE-1BF5-6718C76F6F07}"/>
              </a:ext>
            </a:extLst>
          </p:cNvPr>
          <p:cNvSpPr txBox="1"/>
          <p:nvPr/>
        </p:nvSpPr>
        <p:spPr>
          <a:xfrm flipH="1">
            <a:off x="50723" y="1954274"/>
            <a:ext cx="1812300" cy="895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1600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Admin Dashboard with Charts</a:t>
            </a:r>
            <a:endParaRPr lang="en-US" sz="1600" b="1" dirty="0">
              <a:solidFill>
                <a:schemeClr val="tx1"/>
              </a:solidFill>
              <a:latin typeface="Aharoni" panose="02010803020104030203" pitchFamily="2" charset="-79"/>
              <a:ea typeface="Heebo"/>
              <a:cs typeface="Aharoni" panose="02010803020104030203" pitchFamily="2" charset="-79"/>
              <a:sym typeface="Heebo"/>
            </a:endParaRPr>
          </a:p>
        </p:txBody>
      </p:sp>
      <p:sp>
        <p:nvSpPr>
          <p:cNvPr id="574" name="Google Shape;574;p37">
            <a:extLst>
              <a:ext uri="{FF2B5EF4-FFF2-40B4-BE49-F238E27FC236}">
                <a16:creationId xmlns:a16="http://schemas.microsoft.com/office/drawing/2014/main" id="{DB7B4E7F-E665-7FFB-E764-94DAF15531DD}"/>
              </a:ext>
            </a:extLst>
          </p:cNvPr>
          <p:cNvSpPr txBox="1"/>
          <p:nvPr/>
        </p:nvSpPr>
        <p:spPr>
          <a:xfrm flipH="1">
            <a:off x="1798888" y="2103408"/>
            <a:ext cx="1812300" cy="65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1600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Add/Delete Movies</a:t>
            </a:r>
            <a:endParaRPr lang="en-US" sz="1600" b="1" dirty="0">
              <a:solidFill>
                <a:schemeClr val="tx1"/>
              </a:solidFill>
              <a:latin typeface="Aharoni" panose="02010803020104030203" pitchFamily="2" charset="-79"/>
              <a:ea typeface="Heebo"/>
              <a:cs typeface="Aharoni" panose="02010803020104030203" pitchFamily="2" charset="-79"/>
              <a:sym typeface="Heebo"/>
            </a:endParaRPr>
          </a:p>
        </p:txBody>
      </p:sp>
      <p:sp>
        <p:nvSpPr>
          <p:cNvPr id="575" name="Google Shape;575;p37">
            <a:extLst>
              <a:ext uri="{FF2B5EF4-FFF2-40B4-BE49-F238E27FC236}">
                <a16:creationId xmlns:a16="http://schemas.microsoft.com/office/drawing/2014/main" id="{6083348C-AEF0-38D6-917F-FF637F883D87}"/>
              </a:ext>
            </a:extLst>
          </p:cNvPr>
          <p:cNvSpPr txBox="1"/>
          <p:nvPr/>
        </p:nvSpPr>
        <p:spPr>
          <a:xfrm flipH="1">
            <a:off x="3530039" y="2097771"/>
            <a:ext cx="1812300" cy="79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1600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View Users &amp; Subscriptions</a:t>
            </a:r>
            <a:endParaRPr lang="en-US" sz="1600" b="1" dirty="0">
              <a:solidFill>
                <a:schemeClr val="tx1"/>
              </a:solidFill>
              <a:latin typeface="Aharoni" panose="02010803020104030203" pitchFamily="2" charset="-79"/>
              <a:ea typeface="Heebo"/>
              <a:cs typeface="Aharoni" panose="02010803020104030203" pitchFamily="2" charset="-79"/>
              <a:sym typeface="Heebo"/>
            </a:endParaRPr>
          </a:p>
        </p:txBody>
      </p:sp>
      <p:sp>
        <p:nvSpPr>
          <p:cNvPr id="576" name="Google Shape;576;p37">
            <a:extLst>
              <a:ext uri="{FF2B5EF4-FFF2-40B4-BE49-F238E27FC236}">
                <a16:creationId xmlns:a16="http://schemas.microsoft.com/office/drawing/2014/main" id="{A8318EEA-9368-33B2-2ACA-A151B02F5BCA}"/>
              </a:ext>
            </a:extLst>
          </p:cNvPr>
          <p:cNvSpPr txBox="1"/>
          <p:nvPr/>
        </p:nvSpPr>
        <p:spPr>
          <a:xfrm flipH="1">
            <a:off x="5344460" y="2086700"/>
            <a:ext cx="1812300" cy="8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1600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Role-based Secure Access</a:t>
            </a:r>
            <a:endParaRPr lang="en-US" sz="1600" b="1" dirty="0">
              <a:solidFill>
                <a:schemeClr val="tx1"/>
              </a:solidFill>
              <a:latin typeface="Aharoni" panose="02010803020104030203" pitchFamily="2" charset="-79"/>
              <a:ea typeface="Heebo"/>
              <a:cs typeface="Aharoni" panose="02010803020104030203" pitchFamily="2" charset="-79"/>
              <a:sym typeface="Heebo"/>
            </a:endParaRPr>
          </a:p>
        </p:txBody>
      </p:sp>
      <p:cxnSp>
        <p:nvCxnSpPr>
          <p:cNvPr id="577" name="Google Shape;577;p37">
            <a:extLst>
              <a:ext uri="{FF2B5EF4-FFF2-40B4-BE49-F238E27FC236}">
                <a16:creationId xmlns:a16="http://schemas.microsoft.com/office/drawing/2014/main" id="{86FB43FE-BEDF-861E-509E-3C2BBD972865}"/>
              </a:ext>
            </a:extLst>
          </p:cNvPr>
          <p:cNvCxnSpPr>
            <a:stCxn id="578" idx="6"/>
            <a:endCxn id="579" idx="2"/>
          </p:cNvCxnSpPr>
          <p:nvPr/>
        </p:nvCxnSpPr>
        <p:spPr>
          <a:xfrm>
            <a:off x="1012765" y="1384874"/>
            <a:ext cx="1479805" cy="259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0" name="Google Shape;580;p37">
            <a:extLst>
              <a:ext uri="{FF2B5EF4-FFF2-40B4-BE49-F238E27FC236}">
                <a16:creationId xmlns:a16="http://schemas.microsoft.com/office/drawing/2014/main" id="{3E775F5F-595C-0C33-A222-3A760F11D8FC}"/>
              </a:ext>
            </a:extLst>
          </p:cNvPr>
          <p:cNvCxnSpPr>
            <a:stCxn id="579" idx="6"/>
            <a:endCxn id="581" idx="2"/>
          </p:cNvCxnSpPr>
          <p:nvPr/>
        </p:nvCxnSpPr>
        <p:spPr>
          <a:xfrm flipV="1">
            <a:off x="2668970" y="1375933"/>
            <a:ext cx="1693359" cy="1153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2" name="Google Shape;582;p37">
            <a:extLst>
              <a:ext uri="{FF2B5EF4-FFF2-40B4-BE49-F238E27FC236}">
                <a16:creationId xmlns:a16="http://schemas.microsoft.com/office/drawing/2014/main" id="{C0D0858A-3AA5-FC65-0A46-AD87A93EDD79}"/>
              </a:ext>
            </a:extLst>
          </p:cNvPr>
          <p:cNvCxnSpPr>
            <a:stCxn id="581" idx="6"/>
            <a:endCxn id="583" idx="2"/>
          </p:cNvCxnSpPr>
          <p:nvPr/>
        </p:nvCxnSpPr>
        <p:spPr>
          <a:xfrm>
            <a:off x="4538729" y="1375933"/>
            <a:ext cx="1567068" cy="14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4" name="Google Shape;584;p37">
            <a:extLst>
              <a:ext uri="{FF2B5EF4-FFF2-40B4-BE49-F238E27FC236}">
                <a16:creationId xmlns:a16="http://schemas.microsoft.com/office/drawing/2014/main" id="{04C85AAE-B84B-F948-1CAA-DBD073AA13BB}"/>
              </a:ext>
            </a:extLst>
          </p:cNvPr>
          <p:cNvCxnSpPr>
            <a:cxnSpLocks/>
            <a:stCxn id="578" idx="4"/>
          </p:cNvCxnSpPr>
          <p:nvPr/>
        </p:nvCxnSpPr>
        <p:spPr>
          <a:xfrm>
            <a:off x="924565" y="1473074"/>
            <a:ext cx="0" cy="30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85" name="Google Shape;585;p37">
            <a:extLst>
              <a:ext uri="{FF2B5EF4-FFF2-40B4-BE49-F238E27FC236}">
                <a16:creationId xmlns:a16="http://schemas.microsoft.com/office/drawing/2014/main" id="{3F076350-F69B-C803-C90B-D6CC5AD2B866}"/>
              </a:ext>
            </a:extLst>
          </p:cNvPr>
          <p:cNvCxnSpPr>
            <a:cxnSpLocks/>
            <a:stCxn id="579" idx="4"/>
          </p:cNvCxnSpPr>
          <p:nvPr/>
        </p:nvCxnSpPr>
        <p:spPr>
          <a:xfrm>
            <a:off x="2580770" y="1475668"/>
            <a:ext cx="0" cy="30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86" name="Google Shape;586;p37">
            <a:extLst>
              <a:ext uri="{FF2B5EF4-FFF2-40B4-BE49-F238E27FC236}">
                <a16:creationId xmlns:a16="http://schemas.microsoft.com/office/drawing/2014/main" id="{D90246D9-48F2-DDF6-9B5F-6ED80BB2F446}"/>
              </a:ext>
            </a:extLst>
          </p:cNvPr>
          <p:cNvCxnSpPr>
            <a:cxnSpLocks/>
            <a:stCxn id="581" idx="4"/>
          </p:cNvCxnSpPr>
          <p:nvPr/>
        </p:nvCxnSpPr>
        <p:spPr>
          <a:xfrm>
            <a:off x="4450529" y="1464133"/>
            <a:ext cx="0" cy="30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87" name="Google Shape;587;p37">
            <a:extLst>
              <a:ext uri="{FF2B5EF4-FFF2-40B4-BE49-F238E27FC236}">
                <a16:creationId xmlns:a16="http://schemas.microsoft.com/office/drawing/2014/main" id="{995B9FFC-BCC3-FB3D-907A-2BE6AC5EAC44}"/>
              </a:ext>
            </a:extLst>
          </p:cNvPr>
          <p:cNvCxnSpPr>
            <a:cxnSpLocks/>
            <a:stCxn id="583" idx="4"/>
          </p:cNvCxnSpPr>
          <p:nvPr/>
        </p:nvCxnSpPr>
        <p:spPr>
          <a:xfrm>
            <a:off x="6193997" y="1465622"/>
            <a:ext cx="0" cy="30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588" name="Google Shape;588;p37">
            <a:extLst>
              <a:ext uri="{FF2B5EF4-FFF2-40B4-BE49-F238E27FC236}">
                <a16:creationId xmlns:a16="http://schemas.microsoft.com/office/drawing/2014/main" id="{F4A98456-8E0A-546E-3A88-2D8CED27DF1F}"/>
              </a:ext>
            </a:extLst>
          </p:cNvPr>
          <p:cNvSpPr txBox="1"/>
          <p:nvPr/>
        </p:nvSpPr>
        <p:spPr>
          <a:xfrm flipH="1">
            <a:off x="7144485" y="2086700"/>
            <a:ext cx="1812300" cy="8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1600" b="1" dirty="0">
                <a:solidFill>
                  <a:schemeClr val="tx1"/>
                </a:solidFill>
                <a:latin typeface="Aharoni" panose="02010803020104030203" pitchFamily="2" charset="-79"/>
                <a:ea typeface="Heebo"/>
                <a:cs typeface="Aharoni" panose="02010803020104030203" pitchFamily="2" charset="-79"/>
                <a:sym typeface="Heebo"/>
              </a:rPr>
              <a:t>Handling Movie Server</a:t>
            </a:r>
            <a:endParaRPr sz="1600" b="1" dirty="0">
              <a:solidFill>
                <a:schemeClr val="tx1"/>
              </a:solidFill>
              <a:latin typeface="Aharoni" panose="02010803020104030203" pitchFamily="2" charset="-79"/>
              <a:ea typeface="Heebo"/>
              <a:cs typeface="Aharoni" panose="02010803020104030203" pitchFamily="2" charset="-79"/>
              <a:sym typeface="Heebo"/>
            </a:endParaRPr>
          </a:p>
        </p:txBody>
      </p:sp>
      <p:sp>
        <p:nvSpPr>
          <p:cNvPr id="589" name="Google Shape;589;p37">
            <a:extLst>
              <a:ext uri="{FF2B5EF4-FFF2-40B4-BE49-F238E27FC236}">
                <a16:creationId xmlns:a16="http://schemas.microsoft.com/office/drawing/2014/main" id="{0FF75349-CAB7-EE73-4E2A-E7E38516ABD5}"/>
              </a:ext>
            </a:extLst>
          </p:cNvPr>
          <p:cNvSpPr txBox="1"/>
          <p:nvPr/>
        </p:nvSpPr>
        <p:spPr>
          <a:xfrm flipH="1">
            <a:off x="2677025" y="3585262"/>
            <a:ext cx="1812300" cy="8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590" name="Google Shape;590;p37">
            <a:extLst>
              <a:ext uri="{FF2B5EF4-FFF2-40B4-BE49-F238E27FC236}">
                <a16:creationId xmlns:a16="http://schemas.microsoft.com/office/drawing/2014/main" id="{2580AFEC-C415-2E88-F642-C123CDBBD161}"/>
              </a:ext>
            </a:extLst>
          </p:cNvPr>
          <p:cNvSpPr txBox="1"/>
          <p:nvPr/>
        </p:nvSpPr>
        <p:spPr>
          <a:xfrm flipH="1">
            <a:off x="4640925" y="3585262"/>
            <a:ext cx="1812300" cy="8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591" name="Google Shape;591;p37">
            <a:extLst>
              <a:ext uri="{FF2B5EF4-FFF2-40B4-BE49-F238E27FC236}">
                <a16:creationId xmlns:a16="http://schemas.microsoft.com/office/drawing/2014/main" id="{A9764BD1-241D-F36F-E401-6105593121B8}"/>
              </a:ext>
            </a:extLst>
          </p:cNvPr>
          <p:cNvSpPr txBox="1"/>
          <p:nvPr/>
        </p:nvSpPr>
        <p:spPr>
          <a:xfrm flipH="1">
            <a:off x="6604825" y="3585262"/>
            <a:ext cx="1812300" cy="8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cxnSp>
        <p:nvCxnSpPr>
          <p:cNvPr id="592" name="Google Shape;592;p37">
            <a:extLst>
              <a:ext uri="{FF2B5EF4-FFF2-40B4-BE49-F238E27FC236}">
                <a16:creationId xmlns:a16="http://schemas.microsoft.com/office/drawing/2014/main" id="{5F5DE25F-FFE4-5396-2751-DADE74DC0150}"/>
              </a:ext>
            </a:extLst>
          </p:cNvPr>
          <p:cNvCxnSpPr>
            <a:cxnSpLocks/>
            <a:endCxn id="593" idx="2"/>
          </p:cNvCxnSpPr>
          <p:nvPr/>
        </p:nvCxnSpPr>
        <p:spPr>
          <a:xfrm flipV="1">
            <a:off x="6105797" y="1338499"/>
            <a:ext cx="1700141" cy="3185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1" name="Google Shape;601;p37">
            <a:extLst>
              <a:ext uri="{FF2B5EF4-FFF2-40B4-BE49-F238E27FC236}">
                <a16:creationId xmlns:a16="http://schemas.microsoft.com/office/drawing/2014/main" id="{B624BD1B-DB00-6AC9-E930-D77FCDED9294}"/>
              </a:ext>
            </a:extLst>
          </p:cNvPr>
          <p:cNvCxnSpPr>
            <a:cxnSpLocks/>
          </p:cNvCxnSpPr>
          <p:nvPr/>
        </p:nvCxnSpPr>
        <p:spPr>
          <a:xfrm flipH="1">
            <a:off x="7894138" y="1408311"/>
            <a:ext cx="2799" cy="36062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578" name="Google Shape;578;p37">
            <a:extLst>
              <a:ext uri="{FF2B5EF4-FFF2-40B4-BE49-F238E27FC236}">
                <a16:creationId xmlns:a16="http://schemas.microsoft.com/office/drawing/2014/main" id="{55BA9824-B05D-A896-B2B2-7E3712A2B874}"/>
              </a:ext>
            </a:extLst>
          </p:cNvPr>
          <p:cNvSpPr/>
          <p:nvPr/>
        </p:nvSpPr>
        <p:spPr>
          <a:xfrm>
            <a:off x="836365" y="1296674"/>
            <a:ext cx="176400" cy="176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37">
            <a:extLst>
              <a:ext uri="{FF2B5EF4-FFF2-40B4-BE49-F238E27FC236}">
                <a16:creationId xmlns:a16="http://schemas.microsoft.com/office/drawing/2014/main" id="{6F6BB9AB-3D8E-7D35-C4ED-3CCD4601B42C}"/>
              </a:ext>
            </a:extLst>
          </p:cNvPr>
          <p:cNvSpPr/>
          <p:nvPr/>
        </p:nvSpPr>
        <p:spPr>
          <a:xfrm>
            <a:off x="2492570" y="1299268"/>
            <a:ext cx="176400" cy="176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37">
            <a:extLst>
              <a:ext uri="{FF2B5EF4-FFF2-40B4-BE49-F238E27FC236}">
                <a16:creationId xmlns:a16="http://schemas.microsoft.com/office/drawing/2014/main" id="{DF223E67-E850-EE44-355D-9F733C30D6B1}"/>
              </a:ext>
            </a:extLst>
          </p:cNvPr>
          <p:cNvSpPr/>
          <p:nvPr/>
        </p:nvSpPr>
        <p:spPr>
          <a:xfrm>
            <a:off x="4362329" y="1287733"/>
            <a:ext cx="176400" cy="176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37">
            <a:extLst>
              <a:ext uri="{FF2B5EF4-FFF2-40B4-BE49-F238E27FC236}">
                <a16:creationId xmlns:a16="http://schemas.microsoft.com/office/drawing/2014/main" id="{AF6CAC82-8705-ABF4-2669-B61217E2C461}"/>
              </a:ext>
            </a:extLst>
          </p:cNvPr>
          <p:cNvSpPr/>
          <p:nvPr/>
        </p:nvSpPr>
        <p:spPr>
          <a:xfrm>
            <a:off x="6105797" y="1289222"/>
            <a:ext cx="176400" cy="176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7">
            <a:extLst>
              <a:ext uri="{FF2B5EF4-FFF2-40B4-BE49-F238E27FC236}">
                <a16:creationId xmlns:a16="http://schemas.microsoft.com/office/drawing/2014/main" id="{2EFC8F7F-AB8F-D2BC-3F84-001DBDADCA89}"/>
              </a:ext>
            </a:extLst>
          </p:cNvPr>
          <p:cNvSpPr/>
          <p:nvPr/>
        </p:nvSpPr>
        <p:spPr>
          <a:xfrm>
            <a:off x="7805938" y="1250299"/>
            <a:ext cx="176400" cy="176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0326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>
          <a:extLst>
            <a:ext uri="{FF2B5EF4-FFF2-40B4-BE49-F238E27FC236}">
              <a16:creationId xmlns:a16="http://schemas.microsoft.com/office/drawing/2014/main" id="{F2356522-5AF8-979B-E1F3-E6433AB58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8A0D58A-E7F7-0A85-E335-CA7405A7EC5C}"/>
              </a:ext>
            </a:extLst>
          </p:cNvPr>
          <p:cNvSpPr/>
          <p:nvPr/>
        </p:nvSpPr>
        <p:spPr>
          <a:xfrm>
            <a:off x="6045009" y="1320917"/>
            <a:ext cx="2590173" cy="223006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A979282-42E9-3983-EFFE-1CACF00245DA}"/>
              </a:ext>
            </a:extLst>
          </p:cNvPr>
          <p:cNvSpPr/>
          <p:nvPr/>
        </p:nvSpPr>
        <p:spPr>
          <a:xfrm>
            <a:off x="3276878" y="1355320"/>
            <a:ext cx="2590173" cy="223006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F67450-E810-1680-FD9F-B646B11D5052}"/>
              </a:ext>
            </a:extLst>
          </p:cNvPr>
          <p:cNvSpPr/>
          <p:nvPr/>
        </p:nvSpPr>
        <p:spPr>
          <a:xfrm>
            <a:off x="508818" y="1355320"/>
            <a:ext cx="2590173" cy="223006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2" name="Google Shape;672;p43">
            <a:extLst>
              <a:ext uri="{FF2B5EF4-FFF2-40B4-BE49-F238E27FC236}">
                <a16:creationId xmlns:a16="http://schemas.microsoft.com/office/drawing/2014/main" id="{87A6CC1E-6421-23BC-776C-5837C62F50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Technologies Used</a:t>
            </a:r>
            <a:endParaRPr dirty="0"/>
          </a:p>
        </p:txBody>
      </p:sp>
      <p:sp>
        <p:nvSpPr>
          <p:cNvPr id="675" name="Google Shape;675;p43">
            <a:extLst>
              <a:ext uri="{FF2B5EF4-FFF2-40B4-BE49-F238E27FC236}">
                <a16:creationId xmlns:a16="http://schemas.microsoft.com/office/drawing/2014/main" id="{C7BC518B-4B1F-E990-FCD2-F65472EADBA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947708" y="1848265"/>
            <a:ext cx="2379000" cy="18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/>
            <a:r>
              <a:rPr lang="en-US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MySQL</a:t>
            </a:r>
          </a:p>
        </p:txBody>
      </p:sp>
      <p:sp>
        <p:nvSpPr>
          <p:cNvPr id="676" name="Google Shape;676;p43">
            <a:extLst>
              <a:ext uri="{FF2B5EF4-FFF2-40B4-BE49-F238E27FC236}">
                <a16:creationId xmlns:a16="http://schemas.microsoft.com/office/drawing/2014/main" id="{F803C0D9-A54D-B27D-0CFE-807704D61B35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720000" y="1453581"/>
            <a:ext cx="2379000" cy="5727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Frontend</a:t>
            </a:r>
            <a:endParaRPr dirty="0"/>
          </a:p>
        </p:txBody>
      </p:sp>
      <p:sp>
        <p:nvSpPr>
          <p:cNvPr id="677" name="Google Shape;677;p43">
            <a:extLst>
              <a:ext uri="{FF2B5EF4-FFF2-40B4-BE49-F238E27FC236}">
                <a16:creationId xmlns:a16="http://schemas.microsoft.com/office/drawing/2014/main" id="{2216C415-9AB8-DD95-57E2-C1BBE96AF9F8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357535" y="1639533"/>
            <a:ext cx="2379000" cy="3375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Backend</a:t>
            </a:r>
            <a:endParaRPr dirty="0"/>
          </a:p>
        </p:txBody>
      </p:sp>
      <p:sp>
        <p:nvSpPr>
          <p:cNvPr id="678" name="Google Shape;678;p43">
            <a:extLst>
              <a:ext uri="{FF2B5EF4-FFF2-40B4-BE49-F238E27FC236}">
                <a16:creationId xmlns:a16="http://schemas.microsoft.com/office/drawing/2014/main" id="{3F4FAC48-BA2A-22E5-7241-7D7735BA7F92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172957" y="1393242"/>
            <a:ext cx="2379000" cy="57270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Database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5DFA66-9D77-049F-675D-21C0836818B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14399" y="2149393"/>
            <a:ext cx="2430474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HTML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CSS </a:t>
            </a:r>
            <a:endParaRPr lang="en-US" altLang="en-US" sz="1600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JavaScript (Fetch API,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DOM)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1AA7DE1-D5B5-317F-F3D3-3A2A1363CADA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3227018" y="1903172"/>
            <a:ext cx="281792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Node.js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Express.js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Multer / express-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fileupload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Crypto, Cookie-parser,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   Body-parser</a:t>
            </a:r>
          </a:p>
        </p:txBody>
      </p:sp>
    </p:spTree>
    <p:extLst>
      <p:ext uri="{BB962C8B-B14F-4D97-AF65-F5344CB8AC3E}">
        <p14:creationId xmlns:p14="http://schemas.microsoft.com/office/powerpoint/2010/main" val="3402237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>
            <a:spLocks noGrp="1"/>
          </p:cNvSpPr>
          <p:nvPr>
            <p:ph type="subTitle" idx="13"/>
          </p:nvPr>
        </p:nvSpPr>
        <p:spPr>
          <a:xfrm>
            <a:off x="1317925" y="2003424"/>
            <a:ext cx="6784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No Direct Communication with Admin</a:t>
            </a:r>
            <a:endParaRPr dirty="0"/>
          </a:p>
        </p:txBody>
      </p:sp>
      <p:sp>
        <p:nvSpPr>
          <p:cNvPr id="194" name="Google Shape;194;p27"/>
          <p:cNvSpPr txBox="1">
            <a:spLocks noGrp="1"/>
          </p:cNvSpPr>
          <p:nvPr>
            <p:ph type="subTitle" idx="9"/>
          </p:nvPr>
        </p:nvSpPr>
        <p:spPr>
          <a:xfrm>
            <a:off x="1317925" y="1109725"/>
            <a:ext cx="6784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CF6"/>
              </a:buClr>
              <a:buSzPts val="2400"/>
              <a:buFont typeface="DM Sans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EFCF6"/>
                </a:solidFill>
                <a:effectLst/>
                <a:uLnTx/>
                <a:uFillTx/>
                <a:latin typeface="Heebo"/>
                <a:cs typeface="Heebo"/>
                <a:sym typeface="Heebo"/>
              </a:rPr>
              <a:t>No third-party payment integration for subscriptions</a:t>
            </a:r>
          </a:p>
        </p:txBody>
      </p:sp>
      <p:sp>
        <p:nvSpPr>
          <p:cNvPr id="195" name="Google Shape;195;p27"/>
          <p:cNvSpPr txBox="1">
            <a:spLocks noGrp="1"/>
          </p:cNvSpPr>
          <p:nvPr>
            <p:ph type="subTitle" idx="15"/>
          </p:nvPr>
        </p:nvSpPr>
        <p:spPr>
          <a:xfrm>
            <a:off x="1325302" y="3790822"/>
            <a:ext cx="6784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Limited Movie Recommendation </a:t>
            </a:r>
            <a:endParaRPr dirty="0"/>
          </a:p>
        </p:txBody>
      </p:sp>
      <p:sp>
        <p:nvSpPr>
          <p:cNvPr id="196" name="Google Shape;196;p27"/>
          <p:cNvSpPr txBox="1">
            <a:spLocks noGrp="1"/>
          </p:cNvSpPr>
          <p:nvPr>
            <p:ph type="title" idx="5"/>
          </p:nvPr>
        </p:nvSpPr>
        <p:spPr>
          <a:xfrm>
            <a:off x="713225" y="1082775"/>
            <a:ext cx="600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97" name="Google Shape;197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Limitations</a:t>
            </a:r>
            <a:endParaRPr dirty="0"/>
          </a:p>
        </p:txBody>
      </p:sp>
      <p:sp>
        <p:nvSpPr>
          <p:cNvPr id="198" name="Google Shape;198;p27"/>
          <p:cNvSpPr txBox="1">
            <a:spLocks noGrp="1"/>
          </p:cNvSpPr>
          <p:nvPr>
            <p:ph type="subTitle" idx="3"/>
          </p:nvPr>
        </p:nvSpPr>
        <p:spPr>
          <a:xfrm>
            <a:off x="1325302" y="3268523"/>
            <a:ext cx="6784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666666"/>
              </a:solidFill>
            </a:endParaRPr>
          </a:p>
        </p:txBody>
      </p:sp>
      <p:sp>
        <p:nvSpPr>
          <p:cNvPr id="199" name="Google Shape;199;p27"/>
          <p:cNvSpPr txBox="1">
            <a:spLocks noGrp="1"/>
          </p:cNvSpPr>
          <p:nvPr>
            <p:ph type="subTitle" idx="1"/>
          </p:nvPr>
        </p:nvSpPr>
        <p:spPr>
          <a:xfrm>
            <a:off x="1317925" y="1477536"/>
            <a:ext cx="6784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0" name="Google Shape;200;p27"/>
          <p:cNvSpPr txBox="1">
            <a:spLocks noGrp="1"/>
          </p:cNvSpPr>
          <p:nvPr>
            <p:ph type="subTitle" idx="2"/>
          </p:nvPr>
        </p:nvSpPr>
        <p:spPr>
          <a:xfrm>
            <a:off x="1317925" y="2374824"/>
            <a:ext cx="6784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1" name="Google Shape;201;p27"/>
          <p:cNvSpPr txBox="1">
            <a:spLocks noGrp="1"/>
          </p:cNvSpPr>
          <p:nvPr>
            <p:ph type="subTitle" idx="4"/>
          </p:nvPr>
        </p:nvSpPr>
        <p:spPr>
          <a:xfrm>
            <a:off x="1325302" y="4162225"/>
            <a:ext cx="6784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27"/>
          <p:cNvSpPr txBox="1">
            <a:spLocks noGrp="1"/>
          </p:cNvSpPr>
          <p:nvPr>
            <p:ph type="title" idx="6"/>
          </p:nvPr>
        </p:nvSpPr>
        <p:spPr>
          <a:xfrm>
            <a:off x="717926" y="2870155"/>
            <a:ext cx="600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03" name="Google Shape;203;p27"/>
          <p:cNvSpPr txBox="1">
            <a:spLocks noGrp="1"/>
          </p:cNvSpPr>
          <p:nvPr>
            <p:ph type="title" idx="7"/>
          </p:nvPr>
        </p:nvSpPr>
        <p:spPr>
          <a:xfrm>
            <a:off x="713235" y="1976464"/>
            <a:ext cx="600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04" name="Google Shape;204;p27"/>
          <p:cNvSpPr txBox="1">
            <a:spLocks noGrp="1"/>
          </p:cNvSpPr>
          <p:nvPr>
            <p:ph type="title" idx="8"/>
          </p:nvPr>
        </p:nvSpPr>
        <p:spPr>
          <a:xfrm>
            <a:off x="717932" y="3763850"/>
            <a:ext cx="600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05" name="Google Shape;205;p27"/>
          <p:cNvSpPr txBox="1">
            <a:spLocks noGrp="1"/>
          </p:cNvSpPr>
          <p:nvPr>
            <p:ph type="subTitle" idx="14"/>
          </p:nvPr>
        </p:nvSpPr>
        <p:spPr>
          <a:xfrm>
            <a:off x="1325302" y="2897123"/>
            <a:ext cx="6784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No password reset or email verification</a:t>
            </a:r>
            <a:endParaRPr dirty="0"/>
          </a:p>
        </p:txBody>
      </p:sp>
      <p:pic>
        <p:nvPicPr>
          <p:cNvPr id="206" name="Google Shape;20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4575" y="2104974"/>
            <a:ext cx="1809300" cy="3248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Google Shape;278;p34">
            <a:extLst>
              <a:ext uri="{FF2B5EF4-FFF2-40B4-BE49-F238E27FC236}">
                <a16:creationId xmlns:a16="http://schemas.microsoft.com/office/drawing/2014/main" id="{6F30C5DD-8386-190E-00F7-BA58FAD66B47}"/>
              </a:ext>
            </a:extLst>
          </p:cNvPr>
          <p:cNvCxnSpPr>
            <a:cxnSpLocks/>
          </p:cNvCxnSpPr>
          <p:nvPr/>
        </p:nvCxnSpPr>
        <p:spPr>
          <a:xfrm>
            <a:off x="1386471" y="1721579"/>
            <a:ext cx="52269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278;p34">
            <a:extLst>
              <a:ext uri="{FF2B5EF4-FFF2-40B4-BE49-F238E27FC236}">
                <a16:creationId xmlns:a16="http://schemas.microsoft.com/office/drawing/2014/main" id="{0AEB2168-FBDA-EEDD-23A9-32B9A468CA6E}"/>
              </a:ext>
            </a:extLst>
          </p:cNvPr>
          <p:cNvCxnSpPr>
            <a:cxnSpLocks/>
          </p:cNvCxnSpPr>
          <p:nvPr/>
        </p:nvCxnSpPr>
        <p:spPr>
          <a:xfrm>
            <a:off x="1386471" y="2660788"/>
            <a:ext cx="52269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278;p34">
            <a:extLst>
              <a:ext uri="{FF2B5EF4-FFF2-40B4-BE49-F238E27FC236}">
                <a16:creationId xmlns:a16="http://schemas.microsoft.com/office/drawing/2014/main" id="{B309EEF8-9E84-E8B5-49B2-C5F1672D7AC9}"/>
              </a:ext>
            </a:extLst>
          </p:cNvPr>
          <p:cNvCxnSpPr>
            <a:cxnSpLocks/>
          </p:cNvCxnSpPr>
          <p:nvPr/>
        </p:nvCxnSpPr>
        <p:spPr>
          <a:xfrm>
            <a:off x="1386471" y="3543290"/>
            <a:ext cx="52269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Google Shape;278;p34">
            <a:extLst>
              <a:ext uri="{FF2B5EF4-FFF2-40B4-BE49-F238E27FC236}">
                <a16:creationId xmlns:a16="http://schemas.microsoft.com/office/drawing/2014/main" id="{5DB0AEAA-2173-A78D-DE70-7B4398800347}"/>
              </a:ext>
            </a:extLst>
          </p:cNvPr>
          <p:cNvCxnSpPr>
            <a:cxnSpLocks/>
          </p:cNvCxnSpPr>
          <p:nvPr/>
        </p:nvCxnSpPr>
        <p:spPr>
          <a:xfrm>
            <a:off x="1386471" y="4415160"/>
            <a:ext cx="52269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9EEC01B1-2249-BC53-373E-1654A42E0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>
            <a:extLst>
              <a:ext uri="{FF2B5EF4-FFF2-40B4-BE49-F238E27FC236}">
                <a16:creationId xmlns:a16="http://schemas.microsoft.com/office/drawing/2014/main" id="{7800A9E2-9724-943B-9A9C-18A1108D25B0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1317925" y="2003424"/>
            <a:ext cx="6784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Include secure payment gateways (e.g., bKash, PayPal)</a:t>
            </a:r>
            <a:endParaRPr dirty="0"/>
          </a:p>
        </p:txBody>
      </p:sp>
      <p:sp>
        <p:nvSpPr>
          <p:cNvPr id="194" name="Google Shape;194;p27">
            <a:extLst>
              <a:ext uri="{FF2B5EF4-FFF2-40B4-BE49-F238E27FC236}">
                <a16:creationId xmlns:a16="http://schemas.microsoft.com/office/drawing/2014/main" id="{81485044-DD99-E2CF-CC8E-0373444F119C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1317925" y="1109725"/>
            <a:ext cx="6784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Implement AI-based movie recommendations</a:t>
            </a:r>
            <a:endParaRPr dirty="0"/>
          </a:p>
        </p:txBody>
      </p:sp>
      <p:sp>
        <p:nvSpPr>
          <p:cNvPr id="195" name="Google Shape;195;p27">
            <a:extLst>
              <a:ext uri="{FF2B5EF4-FFF2-40B4-BE49-F238E27FC236}">
                <a16:creationId xmlns:a16="http://schemas.microsoft.com/office/drawing/2014/main" id="{BBA5663F-84A7-4591-6D60-6C3BB857A5C5}"/>
              </a:ext>
            </a:extLst>
          </p:cNvPr>
          <p:cNvSpPr txBox="1">
            <a:spLocks noGrp="1"/>
          </p:cNvSpPr>
          <p:nvPr>
            <p:ph type="subTitle" idx="15"/>
          </p:nvPr>
        </p:nvSpPr>
        <p:spPr>
          <a:xfrm>
            <a:off x="1325302" y="3790822"/>
            <a:ext cx="6784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Improve chat &amp; review system with sockets (real-time)</a:t>
            </a:r>
            <a:endParaRPr dirty="0"/>
          </a:p>
        </p:txBody>
      </p:sp>
      <p:sp>
        <p:nvSpPr>
          <p:cNvPr id="196" name="Google Shape;196;p27">
            <a:extLst>
              <a:ext uri="{FF2B5EF4-FFF2-40B4-BE49-F238E27FC236}">
                <a16:creationId xmlns:a16="http://schemas.microsoft.com/office/drawing/2014/main" id="{F22552F2-3BB9-2C5E-43CF-5053FEF2EC44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713225" y="1082775"/>
            <a:ext cx="600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97" name="Google Shape;197;p27">
            <a:extLst>
              <a:ext uri="{FF2B5EF4-FFF2-40B4-BE49-F238E27FC236}">
                <a16:creationId xmlns:a16="http://schemas.microsoft.com/office/drawing/2014/main" id="{938CCCF7-38A3-4075-9EAA-A8D9EFE96A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Future Scope </a:t>
            </a:r>
            <a:endParaRPr dirty="0"/>
          </a:p>
        </p:txBody>
      </p:sp>
      <p:sp>
        <p:nvSpPr>
          <p:cNvPr id="198" name="Google Shape;198;p27">
            <a:extLst>
              <a:ext uri="{FF2B5EF4-FFF2-40B4-BE49-F238E27FC236}">
                <a16:creationId xmlns:a16="http://schemas.microsoft.com/office/drawing/2014/main" id="{DFCD8761-543E-BB49-AD87-E077399A9327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325302" y="3268523"/>
            <a:ext cx="6784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666666"/>
              </a:solidFill>
            </a:endParaRPr>
          </a:p>
        </p:txBody>
      </p:sp>
      <p:sp>
        <p:nvSpPr>
          <p:cNvPr id="199" name="Google Shape;199;p27">
            <a:extLst>
              <a:ext uri="{FF2B5EF4-FFF2-40B4-BE49-F238E27FC236}">
                <a16:creationId xmlns:a16="http://schemas.microsoft.com/office/drawing/2014/main" id="{DEC3392F-88E0-5941-FBC1-8E6D867B5A4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17925" y="1477536"/>
            <a:ext cx="6784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0" name="Google Shape;200;p27">
            <a:extLst>
              <a:ext uri="{FF2B5EF4-FFF2-40B4-BE49-F238E27FC236}">
                <a16:creationId xmlns:a16="http://schemas.microsoft.com/office/drawing/2014/main" id="{81218934-A5D3-A918-03B5-888E573C577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317925" y="2374824"/>
            <a:ext cx="6784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1" name="Google Shape;201;p27">
            <a:extLst>
              <a:ext uri="{FF2B5EF4-FFF2-40B4-BE49-F238E27FC236}">
                <a16:creationId xmlns:a16="http://schemas.microsoft.com/office/drawing/2014/main" id="{09055431-2638-0DE1-32C5-1937F6092F95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325302" y="4162225"/>
            <a:ext cx="6784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27">
            <a:extLst>
              <a:ext uri="{FF2B5EF4-FFF2-40B4-BE49-F238E27FC236}">
                <a16:creationId xmlns:a16="http://schemas.microsoft.com/office/drawing/2014/main" id="{54DC739C-7303-A0FC-9FE1-F91B2902F84B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17926" y="2870155"/>
            <a:ext cx="600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03" name="Google Shape;203;p27">
            <a:extLst>
              <a:ext uri="{FF2B5EF4-FFF2-40B4-BE49-F238E27FC236}">
                <a16:creationId xmlns:a16="http://schemas.microsoft.com/office/drawing/2014/main" id="{8327798C-A885-A972-2A4F-744AE5FBD315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713235" y="1976464"/>
            <a:ext cx="600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04" name="Google Shape;204;p27">
            <a:extLst>
              <a:ext uri="{FF2B5EF4-FFF2-40B4-BE49-F238E27FC236}">
                <a16:creationId xmlns:a16="http://schemas.microsoft.com/office/drawing/2014/main" id="{BF5CA159-E1EB-0C02-DAD7-41556C4BA164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717932" y="3763850"/>
            <a:ext cx="600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05" name="Google Shape;205;p27">
            <a:extLst>
              <a:ext uri="{FF2B5EF4-FFF2-40B4-BE49-F238E27FC236}">
                <a16:creationId xmlns:a16="http://schemas.microsoft.com/office/drawing/2014/main" id="{D880CBDA-F85C-514C-4972-642292910286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1325302" y="2897123"/>
            <a:ext cx="6784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Mobile App version with React Native or Flutter</a:t>
            </a:r>
            <a:endParaRPr dirty="0"/>
          </a:p>
        </p:txBody>
      </p:sp>
      <p:pic>
        <p:nvPicPr>
          <p:cNvPr id="206" name="Google Shape;206;p27">
            <a:extLst>
              <a:ext uri="{FF2B5EF4-FFF2-40B4-BE49-F238E27FC236}">
                <a16:creationId xmlns:a16="http://schemas.microsoft.com/office/drawing/2014/main" id="{460784CB-EFE0-834C-0274-CF00B829C78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4575" y="2104974"/>
            <a:ext cx="1809300" cy="3248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Google Shape;278;p34">
            <a:extLst>
              <a:ext uri="{FF2B5EF4-FFF2-40B4-BE49-F238E27FC236}">
                <a16:creationId xmlns:a16="http://schemas.microsoft.com/office/drawing/2014/main" id="{F886483A-BCD2-8DDB-1A07-701C1624A4F5}"/>
              </a:ext>
            </a:extLst>
          </p:cNvPr>
          <p:cNvCxnSpPr>
            <a:cxnSpLocks/>
          </p:cNvCxnSpPr>
          <p:nvPr/>
        </p:nvCxnSpPr>
        <p:spPr>
          <a:xfrm>
            <a:off x="1386471" y="1721579"/>
            <a:ext cx="52269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278;p34">
            <a:extLst>
              <a:ext uri="{FF2B5EF4-FFF2-40B4-BE49-F238E27FC236}">
                <a16:creationId xmlns:a16="http://schemas.microsoft.com/office/drawing/2014/main" id="{B9443317-A32B-3270-C4F2-729999FD328A}"/>
              </a:ext>
            </a:extLst>
          </p:cNvPr>
          <p:cNvCxnSpPr>
            <a:cxnSpLocks/>
          </p:cNvCxnSpPr>
          <p:nvPr/>
        </p:nvCxnSpPr>
        <p:spPr>
          <a:xfrm>
            <a:off x="1386471" y="2660788"/>
            <a:ext cx="52269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278;p34">
            <a:extLst>
              <a:ext uri="{FF2B5EF4-FFF2-40B4-BE49-F238E27FC236}">
                <a16:creationId xmlns:a16="http://schemas.microsoft.com/office/drawing/2014/main" id="{D4D8684C-8074-4365-CCFA-B50ADCBA786D}"/>
              </a:ext>
            </a:extLst>
          </p:cNvPr>
          <p:cNvCxnSpPr>
            <a:cxnSpLocks/>
          </p:cNvCxnSpPr>
          <p:nvPr/>
        </p:nvCxnSpPr>
        <p:spPr>
          <a:xfrm>
            <a:off x="1386471" y="3543290"/>
            <a:ext cx="52269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Google Shape;278;p34">
            <a:extLst>
              <a:ext uri="{FF2B5EF4-FFF2-40B4-BE49-F238E27FC236}">
                <a16:creationId xmlns:a16="http://schemas.microsoft.com/office/drawing/2014/main" id="{26465327-EDC0-9D11-58E5-0684EFC7811F}"/>
              </a:ext>
            </a:extLst>
          </p:cNvPr>
          <p:cNvCxnSpPr>
            <a:cxnSpLocks/>
          </p:cNvCxnSpPr>
          <p:nvPr/>
        </p:nvCxnSpPr>
        <p:spPr>
          <a:xfrm>
            <a:off x="1386471" y="4415160"/>
            <a:ext cx="52269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17130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65548732-A90B-3369-2926-2FB6BB3B7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>
            <a:extLst>
              <a:ext uri="{FF2B5EF4-FFF2-40B4-BE49-F238E27FC236}">
                <a16:creationId xmlns:a16="http://schemas.microsoft.com/office/drawing/2014/main" id="{33D60026-75F1-116C-5A51-4003723D00B1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-978708" y="4901744"/>
            <a:ext cx="6784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endParaRPr dirty="0"/>
          </a:p>
        </p:txBody>
      </p:sp>
      <p:sp>
        <p:nvSpPr>
          <p:cNvPr id="194" name="Google Shape;194;p27">
            <a:extLst>
              <a:ext uri="{FF2B5EF4-FFF2-40B4-BE49-F238E27FC236}">
                <a16:creationId xmlns:a16="http://schemas.microsoft.com/office/drawing/2014/main" id="{C49FD457-CF7C-00D1-F575-EB2BC8BCC35F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-2580679" y="5003176"/>
            <a:ext cx="6784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endParaRPr dirty="0"/>
          </a:p>
        </p:txBody>
      </p:sp>
      <p:sp>
        <p:nvSpPr>
          <p:cNvPr id="195" name="Google Shape;195;p27">
            <a:extLst>
              <a:ext uri="{FF2B5EF4-FFF2-40B4-BE49-F238E27FC236}">
                <a16:creationId xmlns:a16="http://schemas.microsoft.com/office/drawing/2014/main" id="{74143EC4-E3A8-F0C3-7984-DEBB59A1DD6B}"/>
              </a:ext>
            </a:extLst>
          </p:cNvPr>
          <p:cNvSpPr txBox="1">
            <a:spLocks noGrp="1"/>
          </p:cNvSpPr>
          <p:nvPr>
            <p:ph type="subTitle" idx="15"/>
          </p:nvPr>
        </p:nvSpPr>
        <p:spPr>
          <a:xfrm>
            <a:off x="0" y="4711300"/>
            <a:ext cx="6784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endParaRPr dirty="0"/>
          </a:p>
        </p:txBody>
      </p:sp>
      <p:sp>
        <p:nvSpPr>
          <p:cNvPr id="197" name="Google Shape;197;p27">
            <a:extLst>
              <a:ext uri="{FF2B5EF4-FFF2-40B4-BE49-F238E27FC236}">
                <a16:creationId xmlns:a16="http://schemas.microsoft.com/office/drawing/2014/main" id="{1D925887-6DDA-A721-7897-DE5A83E2B9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  <a:endParaRPr dirty="0"/>
          </a:p>
        </p:txBody>
      </p:sp>
      <p:sp>
        <p:nvSpPr>
          <p:cNvPr id="198" name="Google Shape;198;p27">
            <a:extLst>
              <a:ext uri="{FF2B5EF4-FFF2-40B4-BE49-F238E27FC236}">
                <a16:creationId xmlns:a16="http://schemas.microsoft.com/office/drawing/2014/main" id="{945277CA-F93F-3DA4-45FB-817E8DA3283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-1844319" y="4847334"/>
            <a:ext cx="6784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666666"/>
              </a:solidFill>
            </a:endParaRPr>
          </a:p>
        </p:txBody>
      </p:sp>
      <p:sp>
        <p:nvSpPr>
          <p:cNvPr id="199" name="Google Shape;199;p27">
            <a:extLst>
              <a:ext uri="{FF2B5EF4-FFF2-40B4-BE49-F238E27FC236}">
                <a16:creationId xmlns:a16="http://schemas.microsoft.com/office/drawing/2014/main" id="{D881727A-8C54-12DF-CA9C-C020CC0D730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1921461" y="4828244"/>
            <a:ext cx="6784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0" name="Google Shape;200;p27">
            <a:extLst>
              <a:ext uri="{FF2B5EF4-FFF2-40B4-BE49-F238E27FC236}">
                <a16:creationId xmlns:a16="http://schemas.microsoft.com/office/drawing/2014/main" id="{F55F75A1-9DB2-85E3-4BB1-345FE061A1E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754324" y="4839810"/>
            <a:ext cx="6784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1" name="Google Shape;201;p27">
            <a:extLst>
              <a:ext uri="{FF2B5EF4-FFF2-40B4-BE49-F238E27FC236}">
                <a16:creationId xmlns:a16="http://schemas.microsoft.com/office/drawing/2014/main" id="{50441F9C-6A76-B842-3A5D-D820B6EC4674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126100" y="4771793"/>
            <a:ext cx="6784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5" name="Google Shape;205;p27">
            <a:extLst>
              <a:ext uri="{FF2B5EF4-FFF2-40B4-BE49-F238E27FC236}">
                <a16:creationId xmlns:a16="http://schemas.microsoft.com/office/drawing/2014/main" id="{FC0AB806-AD00-0362-6E29-60DEBF6314CD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99013" y="4833727"/>
            <a:ext cx="6784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endParaRPr dirty="0"/>
          </a:p>
        </p:txBody>
      </p:sp>
      <p:pic>
        <p:nvPicPr>
          <p:cNvPr id="206" name="Google Shape;206;p27">
            <a:extLst>
              <a:ext uri="{FF2B5EF4-FFF2-40B4-BE49-F238E27FC236}">
                <a16:creationId xmlns:a16="http://schemas.microsoft.com/office/drawing/2014/main" id="{71E3DAAA-4245-2C8F-8EC7-B29B25AA808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4575" y="2104974"/>
            <a:ext cx="1809300" cy="32482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80119BB-B5F7-C34E-086A-B08851EFA6CA}"/>
              </a:ext>
            </a:extLst>
          </p:cNvPr>
          <p:cNvSpPr>
            <a:spLocks noGrp="1"/>
          </p:cNvSpPr>
          <p:nvPr>
            <p:ph type="title" idx="5"/>
          </p:nvPr>
        </p:nvSpPr>
        <p:spPr>
          <a:xfrm>
            <a:off x="-1221518" y="1064175"/>
            <a:ext cx="600000" cy="44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002032B-8765-EC25-2633-E779D8FB618D}"/>
              </a:ext>
            </a:extLst>
          </p:cNvPr>
          <p:cNvSpPr>
            <a:spLocks noGrp="1"/>
          </p:cNvSpPr>
          <p:nvPr>
            <p:ph type="title" idx="6"/>
          </p:nvPr>
        </p:nvSpPr>
        <p:spPr>
          <a:xfrm>
            <a:off x="-1578708" y="3415959"/>
            <a:ext cx="600000" cy="44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B7C25D4-46EF-4E27-1283-B1B356CB3AF2}"/>
              </a:ext>
            </a:extLst>
          </p:cNvPr>
          <p:cNvSpPr>
            <a:spLocks noGrp="1"/>
          </p:cNvSpPr>
          <p:nvPr>
            <p:ph type="title" idx="7"/>
          </p:nvPr>
        </p:nvSpPr>
        <p:spPr>
          <a:xfrm>
            <a:off x="-1427453" y="2124150"/>
            <a:ext cx="600000" cy="44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F943957-AC53-B6DD-1F35-EBD294E80532}"/>
              </a:ext>
            </a:extLst>
          </p:cNvPr>
          <p:cNvSpPr>
            <a:spLocks noGrp="1"/>
          </p:cNvSpPr>
          <p:nvPr>
            <p:ph type="title" idx="8"/>
          </p:nvPr>
        </p:nvSpPr>
        <p:spPr>
          <a:xfrm>
            <a:off x="-1221518" y="4475934"/>
            <a:ext cx="600000" cy="44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D71B95-7C22-EE54-EA06-CF1F98BC8902}"/>
              </a:ext>
            </a:extLst>
          </p:cNvPr>
          <p:cNvSpPr txBox="1"/>
          <p:nvPr/>
        </p:nvSpPr>
        <p:spPr>
          <a:xfrm>
            <a:off x="3392250" y="2063918"/>
            <a:ext cx="62712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6000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Thanks!</a:t>
            </a:r>
            <a:endParaRPr lang="en-US" sz="6000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16" name="Google Shape;686;p44">
            <a:extLst>
              <a:ext uri="{FF2B5EF4-FFF2-40B4-BE49-F238E27FC236}">
                <a16:creationId xmlns:a16="http://schemas.microsoft.com/office/drawing/2014/main" id="{D0636F0E-C490-09AA-2317-697F429C2212}"/>
              </a:ext>
            </a:extLst>
          </p:cNvPr>
          <p:cNvGrpSpPr/>
          <p:nvPr/>
        </p:nvGrpSpPr>
        <p:grpSpPr>
          <a:xfrm>
            <a:off x="-1000593" y="-111665"/>
            <a:ext cx="4067643" cy="5749039"/>
            <a:chOff x="-1290066" y="-439325"/>
            <a:chExt cx="4067643" cy="5749039"/>
          </a:xfrm>
        </p:grpSpPr>
        <p:pic>
          <p:nvPicPr>
            <p:cNvPr id="17" name="Google Shape;687;p44">
              <a:extLst>
                <a:ext uri="{FF2B5EF4-FFF2-40B4-BE49-F238E27FC236}">
                  <a16:creationId xmlns:a16="http://schemas.microsoft.com/office/drawing/2014/main" id="{CB75E64A-F771-DD4C-3FFB-372C92334BBF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453817">
              <a:off x="-1204252" y="2955724"/>
              <a:ext cx="3327454" cy="1874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688;p44">
              <a:extLst>
                <a:ext uri="{FF2B5EF4-FFF2-40B4-BE49-F238E27FC236}">
                  <a16:creationId xmlns:a16="http://schemas.microsoft.com/office/drawing/2014/main" id="{A7ED2610-B7FE-4133-094A-ACBE6ED405D5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549875" y="-439325"/>
              <a:ext cx="3327452" cy="1874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689;p44">
              <a:extLst>
                <a:ext uri="{FF2B5EF4-FFF2-40B4-BE49-F238E27FC236}">
                  <a16:creationId xmlns:a16="http://schemas.microsoft.com/office/drawing/2014/main" id="{63F328CB-79D2-E4EC-3A08-DE8D70677684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39750" y="787500"/>
              <a:ext cx="2356402" cy="2943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690;p44">
              <a:extLst>
                <a:ext uri="{FF2B5EF4-FFF2-40B4-BE49-F238E27FC236}">
                  <a16:creationId xmlns:a16="http://schemas.microsoft.com/office/drawing/2014/main" id="{ED54068E-DC17-3B0D-2002-49E742742CF0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96500" y="3763288"/>
              <a:ext cx="1573251" cy="1546426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574575073"/>
      </p:ext>
    </p:extLst>
  </p:cSld>
  <p:clrMapOvr>
    <a:masterClrMapping/>
  </p:clrMapOvr>
</p:sld>
</file>

<file path=ppt/theme/theme1.xml><?xml version="1.0" encoding="utf-8"?>
<a:theme xmlns:a="http://schemas.openxmlformats.org/drawingml/2006/main" name="German Cinema and Visual Culture Master of Arts in German by Slidesgo">
  <a:themeElements>
    <a:clrScheme name="Simple Light">
      <a:dk1>
        <a:srgbClr val="FEFCF6"/>
      </a:dk1>
      <a:lt1>
        <a:srgbClr val="281D1B"/>
      </a:lt1>
      <a:dk2>
        <a:srgbClr val="BDB69D"/>
      </a:dk2>
      <a:lt2>
        <a:srgbClr val="DB0011"/>
      </a:lt2>
      <a:accent1>
        <a:srgbClr val="BF0000"/>
      </a:accent1>
      <a:accent2>
        <a:srgbClr val="8D7368"/>
      </a:accent2>
      <a:accent3>
        <a:srgbClr val="554640"/>
      </a:accent3>
      <a:accent4>
        <a:srgbClr val="342C29"/>
      </a:accent4>
      <a:accent5>
        <a:srgbClr val="FFFFFF"/>
      </a:accent5>
      <a:accent6>
        <a:srgbClr val="FFFFFF"/>
      </a:accent6>
      <a:hlink>
        <a:srgbClr val="FEFCF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190</Words>
  <Application>Microsoft Office PowerPoint</Application>
  <PresentationFormat>On-screen Show (16:9)</PresentationFormat>
  <Paragraphs>55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Anaheim</vt:lpstr>
      <vt:lpstr>Arial</vt:lpstr>
      <vt:lpstr>Aharoni</vt:lpstr>
      <vt:lpstr>Heebo</vt:lpstr>
      <vt:lpstr>DM Sans</vt:lpstr>
      <vt:lpstr>German Cinema and Visual Culture Master of Arts in German by Slidesgo</vt:lpstr>
      <vt:lpstr>iFlix A Responsive Movie Streaming Platform</vt:lpstr>
      <vt:lpstr>What’s That?</vt:lpstr>
      <vt:lpstr>User’s Feature</vt:lpstr>
      <vt:lpstr>Admin’s Feature</vt:lpstr>
      <vt:lpstr>Technologies Used</vt:lpstr>
      <vt:lpstr>01</vt:lpstr>
      <vt:lpstr>01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Md.Taufik Hasan</dc:creator>
  <cp:lastModifiedBy>Asus</cp:lastModifiedBy>
  <cp:revision>3</cp:revision>
  <dcterms:modified xsi:type="dcterms:W3CDTF">2025-07-08T12:09:31Z</dcterms:modified>
</cp:coreProperties>
</file>